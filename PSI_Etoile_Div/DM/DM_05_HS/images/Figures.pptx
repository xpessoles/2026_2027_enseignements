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228" y="-648"/>
      </p:cViewPr>
      <p:guideLst>
        <p:guide orient="horz" pos="170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357C9E-C961-E983-CBDD-3DA1C0A0E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14A1F3D-3EF6-3798-E855-77A49D4F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2E9234-248C-DEA5-2506-63F16F64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154ADC-2E34-114F-ED6E-2877B33D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4A0259-5650-DFB0-CB89-9F8852BE0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95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4D6807-6134-954D-43E6-C1B654CFE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CD693-F39A-B940-747A-2F49A743D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46B17-B045-F1BB-4DEB-ED561134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C642A-1D7D-440E-1539-EB5552EA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965D94-94E6-0938-A47E-EE846DEC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54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32F71E-1E83-B2A3-C7FD-ECA025A1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134AD5-91AA-F725-AB34-FE862580F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91FFA1-CF3C-2799-37C2-4E33C2F1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1A584B-84CA-5378-2222-B470C7F00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0EE881-B245-39DC-200F-2CB931A9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75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5AFF1-FA2A-A45A-5C93-D37DFA5C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7F7FA0-6F54-889D-30B8-7CBD1885C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8AC631-87E2-B467-411A-11DF8D232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65C19A-C982-9C40-8739-2F206014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878567-F07B-EC7D-684C-0E2F3D3C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DFDE8E-48D4-9A1E-44A1-F33336F1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301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B95899-8273-CD96-D200-2454EA78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264532-BBCA-AF48-D763-B71A33A2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267D973-90E0-A017-92B4-217A560EF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212473-FA95-D206-B675-E7B004395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2B7A441-123E-C63A-F702-6C447EAAF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CA624A-FF0B-A696-8AFE-669F7BD6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0949C08-962D-878E-3313-EA277C53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88AC46-6F3B-5D74-8976-DDE753AF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65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21F9CA-8374-9DF6-14CF-F2CF075FD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9987AD-B605-A98F-B97B-04520B26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B6DB15-DCBD-DC7C-A1DF-A595280D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6BAB6E-670F-CE0B-2F7E-6EF6A1DD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40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AD65F04-0424-053E-F59B-8616829F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B30FEA-9990-D14F-108D-6A591061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448549-5B49-38F0-53ED-BF4188F4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304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81190-68BE-E884-AC30-E7592923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CF8D99-A48B-475C-3A6C-AEC49241B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118D22-B2FF-B2F6-AA99-A873F29B9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CCDCD7-BD12-D843-E640-BC15F4C4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D2C4AB-C383-1CB2-42CB-0DD64433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205BA9-9274-FEFE-E9CA-CCF9BD38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10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837FF4-DDB5-D07D-26D4-B9A4791B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CE715B0-EA4B-2875-E1FB-220775BBF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9AD1AD4-8329-596A-1E03-A9FCD8BEA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0FFD27-FF96-FEB2-B445-817B14EC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7DCE76-1CA7-6A32-B8D4-03404ABD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18051A-6A54-9D73-840F-B788A28A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015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ABF932-7274-71D2-58E1-C541C10F3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A2B5D6-C9FB-0B16-96A5-01EF1AA70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3C11F1-136F-CEF8-86E7-7735EF50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4C7FA5-8533-C53F-B1E6-FDC1300D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6739A0-3ACE-ADB4-4534-D73D7190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098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384B151-FEE8-18D3-E8DE-ECAD6FBF1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268DD2-4389-3071-DA7F-E1E8BD478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20264-7233-8585-2258-E2E765B9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570976-B2B2-6FF1-9579-32837A48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DF4F30-85A5-4EB7-DA5E-42DF7F45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209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B66F646-0D44-5CC7-789B-09BF7ECFC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BF861D-866D-336D-568E-2603B0785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A749BE-54B9-940C-5DA3-38ABFFE61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44E95-9638-4B6D-BE50-0EA7859BD75D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9AD3BB-6B22-3473-E6CC-2C146A3C8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4FA791-6FB9-0716-B9B8-A45B00064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F9537-CA2D-4D08-BEBD-566434BB65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13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 92">
            <a:extLst>
              <a:ext uri="{FF2B5EF4-FFF2-40B4-BE49-F238E27FC236}">
                <a16:creationId xmlns:a16="http://schemas.microsoft.com/office/drawing/2014/main" id="{000CE96A-93DB-4CB8-7063-BBDD9B1FC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64" r="3715" b="4638"/>
          <a:stretch>
            <a:fillRect/>
          </a:stretch>
        </p:blipFill>
        <p:spPr>
          <a:xfrm>
            <a:off x="3736464" y="1178954"/>
            <a:ext cx="1009232" cy="68319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5364B997-A861-F281-59CD-EE4E8C3C2D86}"/>
              </a:ext>
            </a:extLst>
          </p:cNvPr>
          <p:cNvSpPr/>
          <p:nvPr/>
        </p:nvSpPr>
        <p:spPr>
          <a:xfrm>
            <a:off x="2710495" y="3073174"/>
            <a:ext cx="3169605" cy="18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F785DE9-54F9-0842-AD2B-E6FBD4312BF4}"/>
              </a:ext>
            </a:extLst>
          </p:cNvPr>
          <p:cNvCxnSpPr>
            <a:cxnSpLocks/>
          </p:cNvCxnSpPr>
          <p:nvPr/>
        </p:nvCxnSpPr>
        <p:spPr>
          <a:xfrm>
            <a:off x="3218180" y="3257887"/>
            <a:ext cx="0" cy="144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C52539A-C356-8C81-D0A4-7BFFE81CB35A}"/>
              </a:ext>
            </a:extLst>
          </p:cNvPr>
          <p:cNvCxnSpPr>
            <a:cxnSpLocks/>
          </p:cNvCxnSpPr>
          <p:nvPr/>
        </p:nvCxnSpPr>
        <p:spPr>
          <a:xfrm rot="16200000">
            <a:off x="3218180" y="2897887"/>
            <a:ext cx="0" cy="72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D51736E-2E81-9A73-287E-09D52672845D}"/>
              </a:ext>
            </a:extLst>
          </p:cNvPr>
          <p:cNvCxnSpPr>
            <a:cxnSpLocks/>
          </p:cNvCxnSpPr>
          <p:nvPr/>
        </p:nvCxnSpPr>
        <p:spPr>
          <a:xfrm rot="16200000">
            <a:off x="3218180" y="4337887"/>
            <a:ext cx="0" cy="72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296AE4B-C200-5E47-B961-852EDE72DC9B}"/>
              </a:ext>
            </a:extLst>
          </p:cNvPr>
          <p:cNvSpPr/>
          <p:nvPr/>
        </p:nvSpPr>
        <p:spPr>
          <a:xfrm>
            <a:off x="3128180" y="3796367"/>
            <a:ext cx="180000" cy="360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CAFBE4A-DEBE-F010-7C48-646357480C0F}"/>
              </a:ext>
            </a:extLst>
          </p:cNvPr>
          <p:cNvCxnSpPr>
            <a:cxnSpLocks/>
          </p:cNvCxnSpPr>
          <p:nvPr/>
        </p:nvCxnSpPr>
        <p:spPr>
          <a:xfrm rot="16200000">
            <a:off x="3218180" y="3653526"/>
            <a:ext cx="0" cy="18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3CD5C64-12D5-5BF4-0220-65CA276DF10F}"/>
              </a:ext>
            </a:extLst>
          </p:cNvPr>
          <p:cNvCxnSpPr>
            <a:cxnSpLocks/>
          </p:cNvCxnSpPr>
          <p:nvPr/>
        </p:nvCxnSpPr>
        <p:spPr>
          <a:xfrm rot="16200000">
            <a:off x="3218180" y="4105975"/>
            <a:ext cx="0" cy="18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96A09F9-1EF4-426B-56E8-AD5A070C2248}"/>
              </a:ext>
            </a:extLst>
          </p:cNvPr>
          <p:cNvCxnSpPr>
            <a:cxnSpLocks/>
          </p:cNvCxnSpPr>
          <p:nvPr/>
        </p:nvCxnSpPr>
        <p:spPr>
          <a:xfrm>
            <a:off x="5381412" y="3257886"/>
            <a:ext cx="0" cy="144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CF0BF0E-9450-8796-5D0E-1E0690A7D064}"/>
              </a:ext>
            </a:extLst>
          </p:cNvPr>
          <p:cNvCxnSpPr>
            <a:cxnSpLocks/>
          </p:cNvCxnSpPr>
          <p:nvPr/>
        </p:nvCxnSpPr>
        <p:spPr>
          <a:xfrm rot="16200000">
            <a:off x="5381412" y="2897886"/>
            <a:ext cx="0" cy="72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82A86DF-A9CA-7142-33AC-7C5D99512B47}"/>
              </a:ext>
            </a:extLst>
          </p:cNvPr>
          <p:cNvCxnSpPr>
            <a:cxnSpLocks/>
          </p:cNvCxnSpPr>
          <p:nvPr/>
        </p:nvCxnSpPr>
        <p:spPr>
          <a:xfrm rot="16200000">
            <a:off x="5381412" y="4337886"/>
            <a:ext cx="0" cy="72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1487A0C-7A5A-FD80-1F48-F93B0195BE78}"/>
              </a:ext>
            </a:extLst>
          </p:cNvPr>
          <p:cNvSpPr/>
          <p:nvPr/>
        </p:nvSpPr>
        <p:spPr>
          <a:xfrm>
            <a:off x="5291412" y="3796366"/>
            <a:ext cx="180000" cy="360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6369622-FD6A-F626-978D-677D2EA8684B}"/>
              </a:ext>
            </a:extLst>
          </p:cNvPr>
          <p:cNvCxnSpPr>
            <a:cxnSpLocks/>
          </p:cNvCxnSpPr>
          <p:nvPr/>
        </p:nvCxnSpPr>
        <p:spPr>
          <a:xfrm rot="16200000">
            <a:off x="5381412" y="3653525"/>
            <a:ext cx="0" cy="18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F563167-31AF-A439-C5F6-F6D3A42EC785}"/>
              </a:ext>
            </a:extLst>
          </p:cNvPr>
          <p:cNvCxnSpPr>
            <a:cxnSpLocks/>
          </p:cNvCxnSpPr>
          <p:nvPr/>
        </p:nvCxnSpPr>
        <p:spPr>
          <a:xfrm rot="16200000">
            <a:off x="5381412" y="4105974"/>
            <a:ext cx="0" cy="18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32CAC15-5170-397B-50FE-EB7DAB49CCB9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308181" y="3976366"/>
            <a:ext cx="198323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llipse 44">
            <a:extLst>
              <a:ext uri="{FF2B5EF4-FFF2-40B4-BE49-F238E27FC236}">
                <a16:creationId xmlns:a16="http://schemas.microsoft.com/office/drawing/2014/main" id="{5244F0F2-1D88-E64F-7C5B-70C1528DD5DE}"/>
              </a:ext>
            </a:extLst>
          </p:cNvPr>
          <p:cNvSpPr/>
          <p:nvPr/>
        </p:nvSpPr>
        <p:spPr>
          <a:xfrm>
            <a:off x="4192829" y="4524241"/>
            <a:ext cx="262622" cy="262622"/>
          </a:xfrm>
          <a:prstGeom prst="ellipse">
            <a:avLst/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5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49010A28-B6A3-61CE-B48E-AE0EDA809FFB}"/>
              </a:ext>
            </a:extLst>
          </p:cNvPr>
          <p:cNvSpPr/>
          <p:nvPr/>
        </p:nvSpPr>
        <p:spPr>
          <a:xfrm>
            <a:off x="3266869" y="4330694"/>
            <a:ext cx="262622" cy="26262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F346B267-74D5-38B1-CFE2-097AE4E5B810}"/>
              </a:ext>
            </a:extLst>
          </p:cNvPr>
          <p:cNvSpPr/>
          <p:nvPr/>
        </p:nvSpPr>
        <p:spPr>
          <a:xfrm>
            <a:off x="5421632" y="4360533"/>
            <a:ext cx="262622" cy="26262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B7EA6845-B1BF-2A21-EDC3-F5B5E62C1CFF}"/>
              </a:ext>
            </a:extLst>
          </p:cNvPr>
          <p:cNvSpPr/>
          <p:nvPr/>
        </p:nvSpPr>
        <p:spPr>
          <a:xfrm>
            <a:off x="4192829" y="3654512"/>
            <a:ext cx="262622" cy="26262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C00000"/>
                </a:solidFill>
              </a:rPr>
              <a:t>3</a:t>
            </a:r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8C5527CF-4403-17E7-F9D5-F1283A14EF39}"/>
              </a:ext>
            </a:extLst>
          </p:cNvPr>
          <p:cNvGrpSpPr/>
          <p:nvPr/>
        </p:nvGrpSpPr>
        <p:grpSpPr>
          <a:xfrm>
            <a:off x="2209434" y="3774025"/>
            <a:ext cx="1537639" cy="1700078"/>
            <a:chOff x="1816867" y="1150577"/>
            <a:chExt cx="1029703" cy="1138485"/>
          </a:xfrm>
        </p:grpSpPr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21C36351-B899-C767-E4DA-64F93025FD18}"/>
                </a:ext>
              </a:extLst>
            </p:cNvPr>
            <p:cNvGrpSpPr/>
            <p:nvPr/>
          </p:nvGrpSpPr>
          <p:grpSpPr>
            <a:xfrm>
              <a:off x="1997720" y="1268760"/>
              <a:ext cx="774080" cy="774081"/>
              <a:chOff x="917600" y="1268760"/>
              <a:chExt cx="774080" cy="774081"/>
            </a:xfrm>
          </p:grpSpPr>
          <p:grpSp>
            <p:nvGrpSpPr>
              <p:cNvPr id="62" name="Groupe 61">
                <a:extLst>
                  <a:ext uri="{FF2B5EF4-FFF2-40B4-BE49-F238E27FC236}">
                    <a16:creationId xmlns:a16="http://schemas.microsoft.com/office/drawing/2014/main" id="{23F7C35A-4287-00C9-3BB5-6CD37ADDF065}"/>
                  </a:ext>
                </a:extLst>
              </p:cNvPr>
              <p:cNvGrpSpPr/>
              <p:nvPr/>
            </p:nvGrpSpPr>
            <p:grpSpPr>
              <a:xfrm>
                <a:off x="971600" y="1268760"/>
                <a:ext cx="720080" cy="720080"/>
                <a:chOff x="971600" y="1268760"/>
                <a:chExt cx="720080" cy="720080"/>
              </a:xfrm>
            </p:grpSpPr>
            <p:cxnSp>
              <p:nvCxnSpPr>
                <p:cNvPr id="70" name="Connecteur droit avec flèche 69">
                  <a:extLst>
                    <a:ext uri="{FF2B5EF4-FFF2-40B4-BE49-F238E27FC236}">
                      <a16:creationId xmlns:a16="http://schemas.microsoft.com/office/drawing/2014/main" id="{C4114B69-C157-1461-1503-F668E3971E55}"/>
                    </a:ext>
                  </a:extLst>
                </p:cNvPr>
                <p:cNvCxnSpPr/>
                <p:nvPr/>
              </p:nvCxnSpPr>
              <p:spPr>
                <a:xfrm flipV="1">
                  <a:off x="971600" y="126876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Connecteur droit avec flèche 70">
                  <a:extLst>
                    <a:ext uri="{FF2B5EF4-FFF2-40B4-BE49-F238E27FC236}">
                      <a16:creationId xmlns:a16="http://schemas.microsoft.com/office/drawing/2014/main" id="{8C904B6B-1502-D5F6-8089-3B98D321D1A3}"/>
                    </a:ext>
                  </a:extLst>
                </p:cNvPr>
                <p:cNvCxnSpPr/>
                <p:nvPr/>
              </p:nvCxnSpPr>
              <p:spPr>
                <a:xfrm rot="5400000" flipV="1">
                  <a:off x="1331640" y="1628800"/>
                  <a:ext cx="0" cy="72008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Groupe 64">
                <a:extLst>
                  <a:ext uri="{FF2B5EF4-FFF2-40B4-BE49-F238E27FC236}">
                    <a16:creationId xmlns:a16="http://schemas.microsoft.com/office/drawing/2014/main" id="{B59B02CF-EB53-7627-14DC-65B3E0CA98F1}"/>
                  </a:ext>
                </a:extLst>
              </p:cNvPr>
              <p:cNvGrpSpPr/>
              <p:nvPr/>
            </p:nvGrpSpPr>
            <p:grpSpPr>
              <a:xfrm>
                <a:off x="917600" y="1934841"/>
                <a:ext cx="108000" cy="108000"/>
                <a:chOff x="899592" y="1916833"/>
                <a:chExt cx="108000" cy="108000"/>
              </a:xfrm>
            </p:grpSpPr>
            <p:sp>
              <p:nvSpPr>
                <p:cNvPr id="66" name="Ellipse 65">
                  <a:extLst>
                    <a:ext uri="{FF2B5EF4-FFF2-40B4-BE49-F238E27FC236}">
                      <a16:creationId xmlns:a16="http://schemas.microsoft.com/office/drawing/2014/main" id="{2931C88F-A05B-A50E-5F96-05DC715DFB7A}"/>
                    </a:ext>
                  </a:extLst>
                </p:cNvPr>
                <p:cNvSpPr/>
                <p:nvPr/>
              </p:nvSpPr>
              <p:spPr>
                <a:xfrm>
                  <a:off x="899592" y="1916833"/>
                  <a:ext cx="108000" cy="1080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7" name="Ellipse 66">
                  <a:extLst>
                    <a:ext uri="{FF2B5EF4-FFF2-40B4-BE49-F238E27FC236}">
                      <a16:creationId xmlns:a16="http://schemas.microsoft.com/office/drawing/2014/main" id="{D44929A2-7760-3413-AA1E-E7430B603F2B}"/>
                    </a:ext>
                  </a:extLst>
                </p:cNvPr>
                <p:cNvSpPr/>
                <p:nvPr/>
              </p:nvSpPr>
              <p:spPr>
                <a:xfrm flipV="1">
                  <a:off x="935592" y="1952833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ACBB6A3F-37F9-3DA7-954A-D449147C0B07}"/>
                    </a:ext>
                  </a:extLst>
                </p:cNvPr>
                <p:cNvSpPr txBox="1"/>
                <p:nvPr/>
              </p:nvSpPr>
              <p:spPr>
                <a:xfrm>
                  <a:off x="1874338" y="2042841"/>
                  <a:ext cx="33272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11" name="ZoneTexte 10">
                  <a:extLst>
                    <a:ext uri="{FF2B5EF4-FFF2-40B4-BE49-F238E27FC236}">
                      <a16:creationId xmlns:a16="http://schemas.microsoft.com/office/drawing/2014/main" id="{9BA5B9AC-7127-ABF8-4E76-052B42AF8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338" y="2042841"/>
                  <a:ext cx="332720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9C701527-2E7C-34C8-A5AF-16058795E8D7}"/>
                    </a:ext>
                  </a:extLst>
                </p:cNvPr>
                <p:cNvSpPr txBox="1"/>
                <p:nvPr/>
              </p:nvSpPr>
              <p:spPr>
                <a:xfrm>
                  <a:off x="1816867" y="1150577"/>
                  <a:ext cx="34156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9C701527-2E7C-34C8-A5AF-16058795E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6867" y="1150577"/>
                  <a:ext cx="341568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F4502F1-0510-0E84-B6F0-39E4F5CDD139}"/>
                    </a:ext>
                  </a:extLst>
                </p:cNvPr>
                <p:cNvSpPr txBox="1"/>
                <p:nvPr/>
              </p:nvSpPr>
              <p:spPr>
                <a:xfrm>
                  <a:off x="2620367" y="1982684"/>
                  <a:ext cx="226203" cy="164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F4502F1-0510-0E84-B6F0-39E4F5CDD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0367" y="1982684"/>
                  <a:ext cx="226203" cy="16488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B1272C96-17DC-F944-A4CF-6320212FD821}"/>
              </a:ext>
            </a:extLst>
          </p:cNvPr>
          <p:cNvGrpSpPr/>
          <p:nvPr/>
        </p:nvGrpSpPr>
        <p:grpSpPr>
          <a:xfrm>
            <a:off x="2211596" y="1296219"/>
            <a:ext cx="3668504" cy="1578632"/>
            <a:chOff x="2211596" y="3471535"/>
            <a:chExt cx="3668504" cy="1578632"/>
          </a:xfrm>
        </p:grpSpPr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1AAB8F7F-0156-42BA-73D5-F52A49E6D20A}"/>
                </a:ext>
              </a:extLst>
            </p:cNvPr>
            <p:cNvSpPr/>
            <p:nvPr/>
          </p:nvSpPr>
          <p:spPr>
            <a:xfrm>
              <a:off x="3568700" y="4514850"/>
              <a:ext cx="450850" cy="158978"/>
            </a:xfrm>
            <a:custGeom>
              <a:avLst/>
              <a:gdLst>
                <a:gd name="csX0" fmla="*/ 0 w 368300"/>
                <a:gd name="csY0" fmla="*/ 0 h 178828"/>
                <a:gd name="csX1" fmla="*/ 88900 w 368300"/>
                <a:gd name="csY1" fmla="*/ 177800 h 178828"/>
                <a:gd name="csX2" fmla="*/ 196850 w 368300"/>
                <a:gd name="csY2" fmla="*/ 76200 h 178828"/>
                <a:gd name="csX3" fmla="*/ 311150 w 368300"/>
                <a:gd name="csY3" fmla="*/ 146050 h 178828"/>
                <a:gd name="csX4" fmla="*/ 368300 w 368300"/>
                <a:gd name="csY4" fmla="*/ 6350 h 178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68300" h="178828">
                  <a:moveTo>
                    <a:pt x="0" y="0"/>
                  </a:moveTo>
                  <a:cubicBezTo>
                    <a:pt x="28046" y="82550"/>
                    <a:pt x="56092" y="165100"/>
                    <a:pt x="88900" y="177800"/>
                  </a:cubicBezTo>
                  <a:cubicBezTo>
                    <a:pt x="121708" y="190500"/>
                    <a:pt x="159808" y="81492"/>
                    <a:pt x="196850" y="76200"/>
                  </a:cubicBezTo>
                  <a:cubicBezTo>
                    <a:pt x="233892" y="70908"/>
                    <a:pt x="282575" y="157692"/>
                    <a:pt x="311150" y="146050"/>
                  </a:cubicBezTo>
                  <a:cubicBezTo>
                    <a:pt x="339725" y="134408"/>
                    <a:pt x="354012" y="70379"/>
                    <a:pt x="368300" y="6350"/>
                  </a:cubicBezTo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361EE9E1-2516-EECF-E238-269354B54DD2}"/>
                </a:ext>
              </a:extLst>
            </p:cNvPr>
            <p:cNvGrpSpPr/>
            <p:nvPr/>
          </p:nvGrpSpPr>
          <p:grpSpPr>
            <a:xfrm>
              <a:off x="2858180" y="3782921"/>
              <a:ext cx="720000" cy="720000"/>
              <a:chOff x="2858180" y="3782921"/>
              <a:chExt cx="720000" cy="720000"/>
            </a:xfrm>
          </p:grpSpPr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226200A4-81EC-8AE5-84BA-5940EFDE3373}"/>
                  </a:ext>
                </a:extLst>
              </p:cNvPr>
              <p:cNvSpPr/>
              <p:nvPr/>
            </p:nvSpPr>
            <p:spPr>
              <a:xfrm>
                <a:off x="2858180" y="3782921"/>
                <a:ext cx="720000" cy="720000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477D3F8-99F0-D4AB-F442-91CE80160D4A}"/>
                  </a:ext>
                </a:extLst>
              </p:cNvPr>
              <p:cNvSpPr/>
              <p:nvPr/>
            </p:nvSpPr>
            <p:spPr>
              <a:xfrm>
                <a:off x="3128180" y="4052921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24" name="Connecteur droit 23">
                <a:extLst>
                  <a:ext uri="{FF2B5EF4-FFF2-40B4-BE49-F238E27FC236}">
                    <a16:creationId xmlns:a16="http://schemas.microsoft.com/office/drawing/2014/main" id="{F2AB2930-E7D5-BA56-F668-2EFBA2AB7590}"/>
                  </a:ext>
                </a:extLst>
              </p:cNvPr>
              <p:cNvCxnSpPr>
                <a:cxnSpLocks/>
                <a:stCxn id="22" idx="7"/>
                <a:endCxn id="21" idx="7"/>
              </p:cNvCxnSpPr>
              <p:nvPr/>
            </p:nvCxnSpPr>
            <p:spPr>
              <a:xfrm flipV="1">
                <a:off x="3281820" y="3888363"/>
                <a:ext cx="190918" cy="190918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B7D3ECE2-0210-3B31-91A5-310410F25C69}"/>
                </a:ext>
              </a:extLst>
            </p:cNvPr>
            <p:cNvGrpSpPr/>
            <p:nvPr/>
          </p:nvGrpSpPr>
          <p:grpSpPr>
            <a:xfrm>
              <a:off x="5014892" y="3795078"/>
              <a:ext cx="720000" cy="720000"/>
              <a:chOff x="2858180" y="3782921"/>
              <a:chExt cx="720000" cy="720000"/>
            </a:xfrm>
          </p:grpSpPr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E836E694-C5ED-3297-C76A-02496B385F06}"/>
                  </a:ext>
                </a:extLst>
              </p:cNvPr>
              <p:cNvSpPr/>
              <p:nvPr/>
            </p:nvSpPr>
            <p:spPr>
              <a:xfrm>
                <a:off x="2858180" y="3782921"/>
                <a:ext cx="720000" cy="720000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3A56CF67-A4BB-C097-6973-DDED9E6284D6}"/>
                  </a:ext>
                </a:extLst>
              </p:cNvPr>
              <p:cNvSpPr/>
              <p:nvPr/>
            </p:nvSpPr>
            <p:spPr>
              <a:xfrm>
                <a:off x="3128180" y="4052921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1" name="Connecteur droit 30">
                <a:extLst>
                  <a:ext uri="{FF2B5EF4-FFF2-40B4-BE49-F238E27FC236}">
                    <a16:creationId xmlns:a16="http://schemas.microsoft.com/office/drawing/2014/main" id="{1BD125E1-0BDF-697A-2A67-306397FF224E}"/>
                  </a:ext>
                </a:extLst>
              </p:cNvPr>
              <p:cNvCxnSpPr>
                <a:cxnSpLocks/>
                <a:stCxn id="30" idx="7"/>
                <a:endCxn id="29" idx="7"/>
              </p:cNvCxnSpPr>
              <p:nvPr/>
            </p:nvCxnSpPr>
            <p:spPr>
              <a:xfrm flipV="1">
                <a:off x="3281820" y="3888363"/>
                <a:ext cx="190918" cy="190918"/>
              </a:xfrm>
              <a:prstGeom prst="line">
                <a:avLst/>
              </a:prstGeom>
              <a:ln w="28575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31AE61F3-384D-FF77-22EC-55CA6922A4BF}"/>
                </a:ext>
              </a:extLst>
            </p:cNvPr>
            <p:cNvCxnSpPr>
              <a:cxnSpLocks/>
              <a:stCxn id="22" idx="6"/>
              <a:endCxn id="30" idx="2"/>
            </p:cNvCxnSpPr>
            <p:nvPr/>
          </p:nvCxnSpPr>
          <p:spPr>
            <a:xfrm>
              <a:off x="3308180" y="4142921"/>
              <a:ext cx="1976712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7D2E646E-25E1-0CDB-F25E-D2B8BA0DD724}"/>
                </a:ext>
              </a:extLst>
            </p:cNvPr>
            <p:cNvCxnSpPr>
              <a:cxnSpLocks/>
            </p:cNvCxnSpPr>
            <p:nvPr/>
          </p:nvCxnSpPr>
          <p:spPr>
            <a:xfrm>
              <a:off x="2710495" y="4522583"/>
              <a:ext cx="3169605" cy="0"/>
            </a:xfrm>
            <a:prstGeom prst="lin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56F6A221-C6A3-11D6-373F-604DE96940E9}"/>
                </a:ext>
              </a:extLst>
            </p:cNvPr>
            <p:cNvSpPr/>
            <p:nvPr/>
          </p:nvSpPr>
          <p:spPr>
            <a:xfrm>
              <a:off x="3961309" y="4626628"/>
              <a:ext cx="262622" cy="262622"/>
            </a:xfrm>
            <a:prstGeom prst="ellipse">
              <a:avLst/>
            </a:prstGeom>
            <a:no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accent5">
                      <a:lumMod val="50000"/>
                    </a:schemeClr>
                  </a:solidFill>
                </a:rPr>
                <a:t>0</a:t>
              </a:r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DE5B07A9-8B75-6FD0-FF62-4FFB21F4CEFD}"/>
                </a:ext>
              </a:extLst>
            </p:cNvPr>
            <p:cNvSpPr/>
            <p:nvPr/>
          </p:nvSpPr>
          <p:spPr>
            <a:xfrm>
              <a:off x="5250101" y="3490657"/>
              <a:ext cx="262622" cy="262622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8C5E9795-4EBD-B33B-67AF-B80236D33000}"/>
                </a:ext>
              </a:extLst>
            </p:cNvPr>
            <p:cNvSpPr/>
            <p:nvPr/>
          </p:nvSpPr>
          <p:spPr>
            <a:xfrm>
              <a:off x="3086869" y="3485067"/>
              <a:ext cx="262622" cy="262622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96EE691A-072A-AE5E-14AC-824E9AE4A258}"/>
                </a:ext>
              </a:extLst>
            </p:cNvPr>
            <p:cNvSpPr/>
            <p:nvPr/>
          </p:nvSpPr>
          <p:spPr>
            <a:xfrm>
              <a:off x="4614385" y="3848479"/>
              <a:ext cx="262622" cy="26262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rgbClr val="C00000"/>
                  </a:solidFill>
                </a:rPr>
                <a:t>3</a:t>
              </a:r>
            </a:p>
          </p:txBody>
        </p:sp>
        <p:grpSp>
          <p:nvGrpSpPr>
            <p:cNvPr id="72" name="Groupe 71">
              <a:extLst>
                <a:ext uri="{FF2B5EF4-FFF2-40B4-BE49-F238E27FC236}">
                  <a16:creationId xmlns:a16="http://schemas.microsoft.com/office/drawing/2014/main" id="{10EA3784-0FB3-754F-1D66-39DBDF5065E2}"/>
                </a:ext>
              </a:extLst>
            </p:cNvPr>
            <p:cNvGrpSpPr/>
            <p:nvPr/>
          </p:nvGrpSpPr>
          <p:grpSpPr>
            <a:xfrm>
              <a:off x="2211596" y="3471535"/>
              <a:ext cx="1537639" cy="1578632"/>
              <a:chOff x="1816867" y="958150"/>
              <a:chExt cx="1029703" cy="1057155"/>
            </a:xfrm>
          </p:grpSpPr>
          <p:grpSp>
            <p:nvGrpSpPr>
              <p:cNvPr id="73" name="Groupe 72">
                <a:extLst>
                  <a:ext uri="{FF2B5EF4-FFF2-40B4-BE49-F238E27FC236}">
                    <a16:creationId xmlns:a16="http://schemas.microsoft.com/office/drawing/2014/main" id="{5ECF4C67-E158-97C2-23C4-104FC9976F07}"/>
                  </a:ext>
                </a:extLst>
              </p:cNvPr>
              <p:cNvGrpSpPr/>
              <p:nvPr/>
            </p:nvGrpSpPr>
            <p:grpSpPr>
              <a:xfrm>
                <a:off x="2013536" y="1076332"/>
                <a:ext cx="758264" cy="758262"/>
                <a:chOff x="933416" y="1076332"/>
                <a:chExt cx="758264" cy="758262"/>
              </a:xfrm>
            </p:grpSpPr>
            <p:grpSp>
              <p:nvGrpSpPr>
                <p:cNvPr id="77" name="Groupe 76">
                  <a:extLst>
                    <a:ext uri="{FF2B5EF4-FFF2-40B4-BE49-F238E27FC236}">
                      <a16:creationId xmlns:a16="http://schemas.microsoft.com/office/drawing/2014/main" id="{6304660A-560E-9A78-A927-908553C7916E}"/>
                    </a:ext>
                  </a:extLst>
                </p:cNvPr>
                <p:cNvGrpSpPr/>
                <p:nvPr/>
              </p:nvGrpSpPr>
              <p:grpSpPr>
                <a:xfrm>
                  <a:off x="971600" y="1076332"/>
                  <a:ext cx="720080" cy="720081"/>
                  <a:chOff x="971600" y="1076332"/>
                  <a:chExt cx="720080" cy="720081"/>
                </a:xfrm>
              </p:grpSpPr>
              <p:cxnSp>
                <p:nvCxnSpPr>
                  <p:cNvPr id="81" name="Connecteur droit avec flèche 80">
                    <a:extLst>
                      <a:ext uri="{FF2B5EF4-FFF2-40B4-BE49-F238E27FC236}">
                        <a16:creationId xmlns:a16="http://schemas.microsoft.com/office/drawing/2014/main" id="{116E1BA8-8B34-D73C-11F5-40FF3183148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71600" y="1076332"/>
                    <a:ext cx="0" cy="720080"/>
                  </a:xfrm>
                  <a:prstGeom prst="straightConnector1">
                    <a:avLst/>
                  </a:prstGeom>
                  <a:ln w="19050">
                    <a:solidFill>
                      <a:schemeClr val="accent5">
                        <a:lumMod val="50000"/>
                      </a:schemeClr>
                    </a:solidFill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Connecteur droit avec flèche 81">
                    <a:extLst>
                      <a:ext uri="{FF2B5EF4-FFF2-40B4-BE49-F238E27FC236}">
                        <a16:creationId xmlns:a16="http://schemas.microsoft.com/office/drawing/2014/main" id="{DCA7C51B-4525-CCDE-93EF-A80751E42B36}"/>
                      </a:ext>
                    </a:extLst>
                  </p:cNvPr>
                  <p:cNvCxnSpPr/>
                  <p:nvPr/>
                </p:nvCxnSpPr>
                <p:spPr>
                  <a:xfrm rot="5400000" flipV="1">
                    <a:off x="1331640" y="1436373"/>
                    <a:ext cx="0" cy="720080"/>
                  </a:xfrm>
                  <a:prstGeom prst="straightConnector1">
                    <a:avLst/>
                  </a:prstGeom>
                  <a:ln w="19050">
                    <a:solidFill>
                      <a:schemeClr val="accent5">
                        <a:lumMod val="50000"/>
                      </a:schemeClr>
                    </a:solidFill>
                    <a:tailEnd type="stealth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9" name="Ellipse 78">
                  <a:extLst>
                    <a:ext uri="{FF2B5EF4-FFF2-40B4-BE49-F238E27FC236}">
                      <a16:creationId xmlns:a16="http://schemas.microsoft.com/office/drawing/2014/main" id="{E14F3CFE-2A64-0FB1-2B9B-7B5AF8173187}"/>
                    </a:ext>
                  </a:extLst>
                </p:cNvPr>
                <p:cNvSpPr/>
                <p:nvPr/>
              </p:nvSpPr>
              <p:spPr>
                <a:xfrm>
                  <a:off x="933416" y="1758227"/>
                  <a:ext cx="76369" cy="7636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ZoneTexte 73">
                    <a:extLst>
                      <a:ext uri="{FF2B5EF4-FFF2-40B4-BE49-F238E27FC236}">
                        <a16:creationId xmlns:a16="http://schemas.microsoft.com/office/drawing/2014/main" id="{E51A836C-9E05-0E95-5F12-2C7BE897BFD3}"/>
                      </a:ext>
                    </a:extLst>
                  </p:cNvPr>
                  <p:cNvSpPr txBox="1"/>
                  <p:nvPr/>
                </p:nvSpPr>
                <p:spPr>
                  <a:xfrm>
                    <a:off x="1874338" y="1850419"/>
                    <a:ext cx="226589" cy="164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74" name="ZoneTexte 73">
                    <a:extLst>
                      <a:ext uri="{FF2B5EF4-FFF2-40B4-BE49-F238E27FC236}">
                        <a16:creationId xmlns:a16="http://schemas.microsoft.com/office/drawing/2014/main" id="{E51A836C-9E05-0E95-5F12-2C7BE897BF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4338" y="1850419"/>
                    <a:ext cx="226589" cy="16488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ZoneTexte 74">
                    <a:extLst>
                      <a:ext uri="{FF2B5EF4-FFF2-40B4-BE49-F238E27FC236}">
                        <a16:creationId xmlns:a16="http://schemas.microsoft.com/office/drawing/2014/main" id="{4EA02CB2-EB27-37FC-0926-FBDBBA0CA700}"/>
                      </a:ext>
                    </a:extLst>
                  </p:cNvPr>
                  <p:cNvSpPr txBox="1"/>
                  <p:nvPr/>
                </p:nvSpPr>
                <p:spPr>
                  <a:xfrm>
                    <a:off x="1816867" y="958150"/>
                    <a:ext cx="220663" cy="164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0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75" name="ZoneTexte 74">
                    <a:extLst>
                      <a:ext uri="{FF2B5EF4-FFF2-40B4-BE49-F238E27FC236}">
                        <a16:creationId xmlns:a16="http://schemas.microsoft.com/office/drawing/2014/main" id="{4EA02CB2-EB27-37FC-0926-FBDBBA0CA7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16867" y="958150"/>
                    <a:ext cx="220663" cy="16488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ZoneTexte 75">
                    <a:extLst>
                      <a:ext uri="{FF2B5EF4-FFF2-40B4-BE49-F238E27FC236}">
                        <a16:creationId xmlns:a16="http://schemas.microsoft.com/office/drawing/2014/main" id="{70D8FCBE-3C02-FE66-A89E-C0A52A3D99CA}"/>
                      </a:ext>
                    </a:extLst>
                  </p:cNvPr>
                  <p:cNvSpPr txBox="1"/>
                  <p:nvPr/>
                </p:nvSpPr>
                <p:spPr>
                  <a:xfrm>
                    <a:off x="2620367" y="1790260"/>
                    <a:ext cx="226203" cy="164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⃗"/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 xmlns="">
              <p:sp>
                <p:nvSpPr>
                  <p:cNvPr id="76" name="ZoneTexte 75">
                    <a:extLst>
                      <a:ext uri="{FF2B5EF4-FFF2-40B4-BE49-F238E27FC236}">
                        <a16:creationId xmlns:a16="http://schemas.microsoft.com/office/drawing/2014/main" id="{70D8FCBE-3C02-FE66-A89E-C0A52A3D99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20367" y="1790260"/>
                    <a:ext cx="226203" cy="16488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248A1B75-1664-30CF-AF32-C14F2E5125DD}"/>
              </a:ext>
            </a:extLst>
          </p:cNvPr>
          <p:cNvCxnSpPr>
            <a:cxnSpLocks/>
            <a:stCxn id="79" idx="1"/>
            <a:endCxn id="79" idx="5"/>
          </p:cNvCxnSpPr>
          <p:nvPr/>
        </p:nvCxnSpPr>
        <p:spPr>
          <a:xfrm>
            <a:off x="2521980" y="2507660"/>
            <a:ext cx="80639" cy="80638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272D16DB-FB89-0E97-221B-FD9DF7F88EE9}"/>
              </a:ext>
            </a:extLst>
          </p:cNvPr>
          <p:cNvCxnSpPr>
            <a:cxnSpLocks/>
            <a:stCxn id="79" idx="7"/>
            <a:endCxn id="79" idx="3"/>
          </p:cNvCxnSpPr>
          <p:nvPr/>
        </p:nvCxnSpPr>
        <p:spPr>
          <a:xfrm flipH="1">
            <a:off x="2521980" y="2507660"/>
            <a:ext cx="80639" cy="80638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84119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A2E76-8105-E688-1ECC-EE7E5DA8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70FAC9AA-0DB2-7A78-D589-B931F770BCF6}"/>
              </a:ext>
            </a:extLst>
          </p:cNvPr>
          <p:cNvGrpSpPr/>
          <p:nvPr/>
        </p:nvGrpSpPr>
        <p:grpSpPr>
          <a:xfrm>
            <a:off x="2211596" y="3096145"/>
            <a:ext cx="3668504" cy="1578632"/>
            <a:chOff x="2211596" y="1296219"/>
            <a:chExt cx="3668504" cy="1578632"/>
          </a:xfrm>
        </p:grpSpPr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A425FADA-0A99-B434-839C-ED6D6725B941}"/>
                </a:ext>
              </a:extLst>
            </p:cNvPr>
            <p:cNvGrpSpPr/>
            <p:nvPr/>
          </p:nvGrpSpPr>
          <p:grpSpPr>
            <a:xfrm>
              <a:off x="2211596" y="1296219"/>
              <a:ext cx="3668504" cy="1578632"/>
              <a:chOff x="2211596" y="3471535"/>
              <a:chExt cx="3668504" cy="1578632"/>
            </a:xfrm>
          </p:grpSpPr>
          <p:sp>
            <p:nvSpPr>
              <p:cNvPr id="44" name="Forme libre : forme 43">
                <a:extLst>
                  <a:ext uri="{FF2B5EF4-FFF2-40B4-BE49-F238E27FC236}">
                    <a16:creationId xmlns:a16="http://schemas.microsoft.com/office/drawing/2014/main" id="{09D038B1-20E6-E438-976B-A0CF407DC895}"/>
                  </a:ext>
                </a:extLst>
              </p:cNvPr>
              <p:cNvSpPr/>
              <p:nvPr/>
            </p:nvSpPr>
            <p:spPr>
              <a:xfrm>
                <a:off x="3568700" y="4514850"/>
                <a:ext cx="450850" cy="158978"/>
              </a:xfrm>
              <a:custGeom>
                <a:avLst/>
                <a:gdLst>
                  <a:gd name="csX0" fmla="*/ 0 w 368300"/>
                  <a:gd name="csY0" fmla="*/ 0 h 178828"/>
                  <a:gd name="csX1" fmla="*/ 88900 w 368300"/>
                  <a:gd name="csY1" fmla="*/ 177800 h 178828"/>
                  <a:gd name="csX2" fmla="*/ 196850 w 368300"/>
                  <a:gd name="csY2" fmla="*/ 76200 h 178828"/>
                  <a:gd name="csX3" fmla="*/ 311150 w 368300"/>
                  <a:gd name="csY3" fmla="*/ 146050 h 178828"/>
                  <a:gd name="csX4" fmla="*/ 368300 w 368300"/>
                  <a:gd name="csY4" fmla="*/ 6350 h 1788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68300" h="178828">
                    <a:moveTo>
                      <a:pt x="0" y="0"/>
                    </a:moveTo>
                    <a:cubicBezTo>
                      <a:pt x="28046" y="82550"/>
                      <a:pt x="56092" y="165100"/>
                      <a:pt x="88900" y="177800"/>
                    </a:cubicBezTo>
                    <a:cubicBezTo>
                      <a:pt x="121708" y="190500"/>
                      <a:pt x="159808" y="81492"/>
                      <a:pt x="196850" y="76200"/>
                    </a:cubicBezTo>
                    <a:cubicBezTo>
                      <a:pt x="233892" y="70908"/>
                      <a:pt x="282575" y="157692"/>
                      <a:pt x="311150" y="146050"/>
                    </a:cubicBezTo>
                    <a:cubicBezTo>
                      <a:pt x="339725" y="134408"/>
                      <a:pt x="354012" y="70379"/>
                      <a:pt x="368300" y="6350"/>
                    </a:cubicBezTo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D772D69D-6334-51BC-AF85-018325C797B8}"/>
                  </a:ext>
                </a:extLst>
              </p:cNvPr>
              <p:cNvGrpSpPr/>
              <p:nvPr/>
            </p:nvGrpSpPr>
            <p:grpSpPr>
              <a:xfrm>
                <a:off x="2858180" y="3782921"/>
                <a:ext cx="720000" cy="720000"/>
                <a:chOff x="2858180" y="3782921"/>
                <a:chExt cx="720000" cy="720000"/>
              </a:xfrm>
            </p:grpSpPr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C0501751-9B40-D8CC-EA3E-FE6FDFDB7F9B}"/>
                    </a:ext>
                  </a:extLst>
                </p:cNvPr>
                <p:cNvSpPr/>
                <p:nvPr/>
              </p:nvSpPr>
              <p:spPr>
                <a:xfrm>
                  <a:off x="2858180" y="3782921"/>
                  <a:ext cx="720000" cy="720000"/>
                </a:xfrm>
                <a:prstGeom prst="ellipse">
                  <a:avLst/>
                </a:prstGeom>
                <a:noFill/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FEC3B3C5-4723-C337-2A39-BCBD67BCCE48}"/>
                    </a:ext>
                  </a:extLst>
                </p:cNvPr>
                <p:cNvSpPr/>
                <p:nvPr/>
              </p:nvSpPr>
              <p:spPr>
                <a:xfrm>
                  <a:off x="3128180" y="4052921"/>
                  <a:ext cx="180000" cy="180000"/>
                </a:xfrm>
                <a:prstGeom prst="ellipse">
                  <a:avLst/>
                </a:prstGeom>
                <a:noFill/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24" name="Connecteur droit 23">
                  <a:extLst>
                    <a:ext uri="{FF2B5EF4-FFF2-40B4-BE49-F238E27FC236}">
                      <a16:creationId xmlns:a16="http://schemas.microsoft.com/office/drawing/2014/main" id="{ECDBDFC0-AE07-72E7-EBD7-FF15BBE6222C}"/>
                    </a:ext>
                  </a:extLst>
                </p:cNvPr>
                <p:cNvCxnSpPr>
                  <a:cxnSpLocks/>
                  <a:stCxn id="22" idx="7"/>
                  <a:endCxn id="21" idx="7"/>
                </p:cNvCxnSpPr>
                <p:nvPr/>
              </p:nvCxnSpPr>
              <p:spPr>
                <a:xfrm flipV="1">
                  <a:off x="3281820" y="3888363"/>
                  <a:ext cx="190918" cy="190918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e 27">
                <a:extLst>
                  <a:ext uri="{FF2B5EF4-FFF2-40B4-BE49-F238E27FC236}">
                    <a16:creationId xmlns:a16="http://schemas.microsoft.com/office/drawing/2014/main" id="{ACFE7B59-6CDB-A067-B600-36B1F875E6B6}"/>
                  </a:ext>
                </a:extLst>
              </p:cNvPr>
              <p:cNvGrpSpPr/>
              <p:nvPr/>
            </p:nvGrpSpPr>
            <p:grpSpPr>
              <a:xfrm>
                <a:off x="5014892" y="3795078"/>
                <a:ext cx="720000" cy="720000"/>
                <a:chOff x="2858180" y="3782921"/>
                <a:chExt cx="720000" cy="720000"/>
              </a:xfrm>
            </p:grpSpPr>
            <p:sp>
              <p:nvSpPr>
                <p:cNvPr id="29" name="Ellipse 28">
                  <a:extLst>
                    <a:ext uri="{FF2B5EF4-FFF2-40B4-BE49-F238E27FC236}">
                      <a16:creationId xmlns:a16="http://schemas.microsoft.com/office/drawing/2014/main" id="{CA8FDC2F-46BE-95F5-0C69-035221CF21D5}"/>
                    </a:ext>
                  </a:extLst>
                </p:cNvPr>
                <p:cNvSpPr/>
                <p:nvPr/>
              </p:nvSpPr>
              <p:spPr>
                <a:xfrm>
                  <a:off x="2858180" y="3782921"/>
                  <a:ext cx="720000" cy="720000"/>
                </a:xfrm>
                <a:prstGeom prst="ellipse">
                  <a:avLst/>
                </a:prstGeom>
                <a:noFill/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id="{2342F795-4B36-E267-ABF2-5F5E14B2CB8D}"/>
                    </a:ext>
                  </a:extLst>
                </p:cNvPr>
                <p:cNvSpPr/>
                <p:nvPr/>
              </p:nvSpPr>
              <p:spPr>
                <a:xfrm>
                  <a:off x="3128180" y="4052921"/>
                  <a:ext cx="180000" cy="180000"/>
                </a:xfrm>
                <a:prstGeom prst="ellipse">
                  <a:avLst/>
                </a:prstGeom>
                <a:noFill/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31" name="Connecteur droit 30">
                  <a:extLst>
                    <a:ext uri="{FF2B5EF4-FFF2-40B4-BE49-F238E27FC236}">
                      <a16:creationId xmlns:a16="http://schemas.microsoft.com/office/drawing/2014/main" id="{AE34BD4D-9038-FE57-7771-1395B2D1D748}"/>
                    </a:ext>
                  </a:extLst>
                </p:cNvPr>
                <p:cNvCxnSpPr>
                  <a:cxnSpLocks/>
                  <a:stCxn id="30" idx="7"/>
                  <a:endCxn id="29" idx="7"/>
                </p:cNvCxnSpPr>
                <p:nvPr/>
              </p:nvCxnSpPr>
              <p:spPr>
                <a:xfrm flipV="1">
                  <a:off x="3281820" y="3888363"/>
                  <a:ext cx="190918" cy="190918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eur droit 31">
                <a:extLst>
                  <a:ext uri="{FF2B5EF4-FFF2-40B4-BE49-F238E27FC236}">
                    <a16:creationId xmlns:a16="http://schemas.microsoft.com/office/drawing/2014/main" id="{F895B388-027F-8763-01FC-338FA7E7A427}"/>
                  </a:ext>
                </a:extLst>
              </p:cNvPr>
              <p:cNvCxnSpPr>
                <a:cxnSpLocks/>
                <a:stCxn id="22" idx="6"/>
                <a:endCxn id="30" idx="2"/>
              </p:cNvCxnSpPr>
              <p:nvPr/>
            </p:nvCxnSpPr>
            <p:spPr>
              <a:xfrm>
                <a:off x="3308180" y="4142921"/>
                <a:ext cx="1976712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necteur droit 35">
                <a:extLst>
                  <a:ext uri="{FF2B5EF4-FFF2-40B4-BE49-F238E27FC236}">
                    <a16:creationId xmlns:a16="http://schemas.microsoft.com/office/drawing/2014/main" id="{4F1A7FF9-4244-F2E0-C858-17E5F60D14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0495" y="4522583"/>
                <a:ext cx="3169605" cy="0"/>
              </a:xfrm>
              <a:prstGeom prst="lin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DE83EABE-5D3C-4F80-E6A3-F3125A732322}"/>
                  </a:ext>
                </a:extLst>
              </p:cNvPr>
              <p:cNvSpPr/>
              <p:nvPr/>
            </p:nvSpPr>
            <p:spPr>
              <a:xfrm>
                <a:off x="3961309" y="4626628"/>
                <a:ext cx="262622" cy="262622"/>
              </a:xfrm>
              <a:prstGeom prst="ellipse">
                <a:avLst/>
              </a:prstGeom>
              <a:noFill/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200" b="1" dirty="0">
                    <a:solidFill>
                      <a:schemeClr val="accent5">
                        <a:lumMod val="50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533582F7-02EF-56A6-2B1C-D07B105F7F77}"/>
                  </a:ext>
                </a:extLst>
              </p:cNvPr>
              <p:cNvSpPr/>
              <p:nvPr/>
            </p:nvSpPr>
            <p:spPr>
              <a:xfrm>
                <a:off x="5250101" y="3490657"/>
                <a:ext cx="262622" cy="262622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200" b="1" dirty="0">
                    <a:solidFill>
                      <a:schemeClr val="accent1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A32EAFA7-7ADB-4451-8428-D886590A5A70}"/>
                  </a:ext>
                </a:extLst>
              </p:cNvPr>
              <p:cNvSpPr/>
              <p:nvPr/>
            </p:nvSpPr>
            <p:spPr>
              <a:xfrm>
                <a:off x="3086869" y="3485067"/>
                <a:ext cx="262622" cy="262622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200" b="1" dirty="0">
                    <a:solidFill>
                      <a:schemeClr val="accent1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84BC4E03-948A-6FCE-0DCA-573F019B4DEA}"/>
                  </a:ext>
                </a:extLst>
              </p:cNvPr>
              <p:cNvSpPr/>
              <p:nvPr/>
            </p:nvSpPr>
            <p:spPr>
              <a:xfrm>
                <a:off x="4163986" y="3848479"/>
                <a:ext cx="262622" cy="26262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200" b="1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  <p:grpSp>
            <p:nvGrpSpPr>
              <p:cNvPr id="72" name="Groupe 71">
                <a:extLst>
                  <a:ext uri="{FF2B5EF4-FFF2-40B4-BE49-F238E27FC236}">
                    <a16:creationId xmlns:a16="http://schemas.microsoft.com/office/drawing/2014/main" id="{1342501B-33C5-4C77-6335-44AC38C1CBE6}"/>
                  </a:ext>
                </a:extLst>
              </p:cNvPr>
              <p:cNvGrpSpPr/>
              <p:nvPr/>
            </p:nvGrpSpPr>
            <p:grpSpPr>
              <a:xfrm>
                <a:off x="2211596" y="3471535"/>
                <a:ext cx="1537639" cy="1578632"/>
                <a:chOff x="1816867" y="958150"/>
                <a:chExt cx="1029703" cy="1057155"/>
              </a:xfrm>
            </p:grpSpPr>
            <p:grpSp>
              <p:nvGrpSpPr>
                <p:cNvPr id="73" name="Groupe 72">
                  <a:extLst>
                    <a:ext uri="{FF2B5EF4-FFF2-40B4-BE49-F238E27FC236}">
                      <a16:creationId xmlns:a16="http://schemas.microsoft.com/office/drawing/2014/main" id="{D98A8608-5784-172F-EBFF-F8BFA62E4E68}"/>
                    </a:ext>
                  </a:extLst>
                </p:cNvPr>
                <p:cNvGrpSpPr/>
                <p:nvPr/>
              </p:nvGrpSpPr>
              <p:grpSpPr>
                <a:xfrm>
                  <a:off x="2013536" y="1076332"/>
                  <a:ext cx="758264" cy="758262"/>
                  <a:chOff x="933416" y="1076332"/>
                  <a:chExt cx="758264" cy="758262"/>
                </a:xfrm>
              </p:grpSpPr>
              <p:grpSp>
                <p:nvGrpSpPr>
                  <p:cNvPr id="77" name="Groupe 76">
                    <a:extLst>
                      <a:ext uri="{FF2B5EF4-FFF2-40B4-BE49-F238E27FC236}">
                        <a16:creationId xmlns:a16="http://schemas.microsoft.com/office/drawing/2014/main" id="{FEFBFF36-1019-231C-1378-7C678BAFE2ED}"/>
                      </a:ext>
                    </a:extLst>
                  </p:cNvPr>
                  <p:cNvGrpSpPr/>
                  <p:nvPr/>
                </p:nvGrpSpPr>
                <p:grpSpPr>
                  <a:xfrm>
                    <a:off x="971600" y="1076332"/>
                    <a:ext cx="720080" cy="720081"/>
                    <a:chOff x="971600" y="1076332"/>
                    <a:chExt cx="720080" cy="720081"/>
                  </a:xfrm>
                </p:grpSpPr>
                <p:cxnSp>
                  <p:nvCxnSpPr>
                    <p:cNvPr id="81" name="Connecteur droit avec flèche 80">
                      <a:extLst>
                        <a:ext uri="{FF2B5EF4-FFF2-40B4-BE49-F238E27FC236}">
                          <a16:creationId xmlns:a16="http://schemas.microsoft.com/office/drawing/2014/main" id="{025BA1D1-2944-3070-C074-0ECF4892695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971600" y="1076332"/>
                      <a:ext cx="0" cy="720080"/>
                    </a:xfrm>
                    <a:prstGeom prst="straightConnector1">
                      <a:avLst/>
                    </a:prstGeom>
                    <a:ln w="19050">
                      <a:solidFill>
                        <a:schemeClr val="accent5">
                          <a:lumMod val="50000"/>
                        </a:schemeClr>
                      </a:solidFill>
                      <a:tailEnd type="stealth" w="med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Connecteur droit avec flèche 81">
                      <a:extLst>
                        <a:ext uri="{FF2B5EF4-FFF2-40B4-BE49-F238E27FC236}">
                          <a16:creationId xmlns:a16="http://schemas.microsoft.com/office/drawing/2014/main" id="{3E80158C-C8C4-5C49-C2F4-55E265EDEAC1}"/>
                        </a:ext>
                      </a:extLst>
                    </p:cNvPr>
                    <p:cNvCxnSpPr/>
                    <p:nvPr/>
                  </p:nvCxnSpPr>
                  <p:spPr>
                    <a:xfrm rot="5400000" flipV="1">
                      <a:off x="1331640" y="1436373"/>
                      <a:ext cx="0" cy="720080"/>
                    </a:xfrm>
                    <a:prstGeom prst="straightConnector1">
                      <a:avLst/>
                    </a:prstGeom>
                    <a:ln w="19050">
                      <a:solidFill>
                        <a:schemeClr val="accent5">
                          <a:lumMod val="50000"/>
                        </a:schemeClr>
                      </a:solidFill>
                      <a:tailEnd type="stealth" w="med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9" name="Ellipse 78">
                    <a:extLst>
                      <a:ext uri="{FF2B5EF4-FFF2-40B4-BE49-F238E27FC236}">
                        <a16:creationId xmlns:a16="http://schemas.microsoft.com/office/drawing/2014/main" id="{11004C1F-CAA0-4F9F-45F0-BD083382E3E5}"/>
                      </a:ext>
                    </a:extLst>
                  </p:cNvPr>
                  <p:cNvSpPr/>
                  <p:nvPr/>
                </p:nvSpPr>
                <p:spPr>
                  <a:xfrm>
                    <a:off x="933416" y="1758227"/>
                    <a:ext cx="76369" cy="7636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accent5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ZoneTexte 73">
                      <a:extLst>
                        <a:ext uri="{FF2B5EF4-FFF2-40B4-BE49-F238E27FC236}">
                          <a16:creationId xmlns:a16="http://schemas.microsoft.com/office/drawing/2014/main" id="{907D1F54-5135-EFA0-499F-50ED287AA1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4338" y="1850419"/>
                      <a:ext cx="226589" cy="1648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⃗"/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74" name="ZoneTexte 73">
                      <a:extLst>
                        <a:ext uri="{FF2B5EF4-FFF2-40B4-BE49-F238E27FC236}">
                          <a16:creationId xmlns:a16="http://schemas.microsoft.com/office/drawing/2014/main" id="{907D1F54-5135-EFA0-499F-50ED287AA1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4338" y="1850419"/>
                      <a:ext cx="226589" cy="164886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ZoneTexte 74">
                      <a:extLst>
                        <a:ext uri="{FF2B5EF4-FFF2-40B4-BE49-F238E27FC236}">
                          <a16:creationId xmlns:a16="http://schemas.microsoft.com/office/drawing/2014/main" id="{5B82DB69-9915-5756-FDD7-C429B5E6D6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16867" y="958150"/>
                      <a:ext cx="220663" cy="1648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⃗"/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sz="1000" i="1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75" name="ZoneTexte 74">
                      <a:extLst>
                        <a:ext uri="{FF2B5EF4-FFF2-40B4-BE49-F238E27FC236}">
                          <a16:creationId xmlns:a16="http://schemas.microsoft.com/office/drawing/2014/main" id="{5B82DB69-9915-5756-FDD7-C429B5E6D6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16867" y="958150"/>
                      <a:ext cx="220663" cy="16488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ZoneTexte 75">
                      <a:extLst>
                        <a:ext uri="{FF2B5EF4-FFF2-40B4-BE49-F238E27FC236}">
                          <a16:creationId xmlns:a16="http://schemas.microsoft.com/office/drawing/2014/main" id="{51E10AE9-E2A6-D1D9-562F-344275FDA6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20367" y="1790260"/>
                      <a:ext cx="226203" cy="1648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⃗"/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oMath>
                        </m:oMathPara>
                      </a14:m>
                      <a:endParaRPr lang="fr-FR" sz="1000" dirty="0"/>
                    </a:p>
                  </p:txBody>
                </p:sp>
              </mc:Choice>
              <mc:Fallback xmlns="">
                <p:sp>
                  <p:nvSpPr>
                    <p:cNvPr id="76" name="ZoneTexte 75">
                      <a:extLst>
                        <a:ext uri="{FF2B5EF4-FFF2-40B4-BE49-F238E27FC236}">
                          <a16:creationId xmlns:a16="http://schemas.microsoft.com/office/drawing/2014/main" id="{51E10AE9-E2A6-D1D9-562F-344275FDA6C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20367" y="1790260"/>
                      <a:ext cx="226203" cy="16488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7F5C303B-AD43-70F3-73C6-D1378C26EE22}"/>
                </a:ext>
              </a:extLst>
            </p:cNvPr>
            <p:cNvCxnSpPr>
              <a:cxnSpLocks/>
              <a:stCxn id="79" idx="1"/>
              <a:endCxn id="79" idx="5"/>
            </p:cNvCxnSpPr>
            <p:nvPr/>
          </p:nvCxnSpPr>
          <p:spPr>
            <a:xfrm>
              <a:off x="2521980" y="2507660"/>
              <a:ext cx="80639" cy="80638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Connecteur droit 85">
              <a:extLst>
                <a:ext uri="{FF2B5EF4-FFF2-40B4-BE49-F238E27FC236}">
                  <a16:creationId xmlns:a16="http://schemas.microsoft.com/office/drawing/2014/main" id="{1C9EB00C-EA65-1E5F-89A8-333EB4909825}"/>
                </a:ext>
              </a:extLst>
            </p:cNvPr>
            <p:cNvCxnSpPr>
              <a:cxnSpLocks/>
              <a:stCxn id="79" idx="7"/>
              <a:endCxn id="79" idx="3"/>
            </p:cNvCxnSpPr>
            <p:nvPr/>
          </p:nvCxnSpPr>
          <p:spPr>
            <a:xfrm flipH="1">
              <a:off x="2521980" y="2507660"/>
              <a:ext cx="80639" cy="80638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3" name="Image 2" descr="Draisienne évolutive | Decathlon">
            <a:extLst>
              <a:ext uri="{FF2B5EF4-FFF2-40B4-BE49-F238E27FC236}">
                <a16:creationId xmlns:a16="http://schemas.microsoft.com/office/drawing/2014/main" id="{75412E9A-3961-E695-C269-339C9315EA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76" t="29829" r="10499" b="18187"/>
          <a:stretch>
            <a:fillRect/>
          </a:stretch>
        </p:blipFill>
        <p:spPr>
          <a:xfrm>
            <a:off x="2874844" y="1386798"/>
            <a:ext cx="2637879" cy="175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8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A1E8CAE-1D89-B8E4-3378-48D592174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90" y="1225291"/>
            <a:ext cx="3791720" cy="4407417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E3421A22-8F4B-9625-7C5C-2EF198EC3D02}"/>
              </a:ext>
            </a:extLst>
          </p:cNvPr>
          <p:cNvSpPr/>
          <p:nvPr/>
        </p:nvSpPr>
        <p:spPr>
          <a:xfrm>
            <a:off x="8116366" y="4009149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D96BF35-920A-CF8F-4AEC-EF293E738CA8}"/>
              </a:ext>
            </a:extLst>
          </p:cNvPr>
          <p:cNvSpPr/>
          <p:nvPr/>
        </p:nvSpPr>
        <p:spPr>
          <a:xfrm>
            <a:off x="8116366" y="2586230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BFC60CD-D20C-59A9-AAF2-46811F7EB28F}"/>
              </a:ext>
            </a:extLst>
          </p:cNvPr>
          <p:cNvSpPr/>
          <p:nvPr/>
        </p:nvSpPr>
        <p:spPr>
          <a:xfrm>
            <a:off x="8116366" y="1147243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4AE761BA-4772-6876-9B9F-B477F931BE4D}"/>
              </a:ext>
            </a:extLst>
          </p:cNvPr>
          <p:cNvSpPr/>
          <p:nvPr/>
        </p:nvSpPr>
        <p:spPr>
          <a:xfrm>
            <a:off x="6681915" y="1147243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91F6A1A-6BAA-8338-CBA0-822CE9D5B725}"/>
              </a:ext>
            </a:extLst>
          </p:cNvPr>
          <p:cNvSpPr/>
          <p:nvPr/>
        </p:nvSpPr>
        <p:spPr>
          <a:xfrm>
            <a:off x="5247464" y="1147243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59E4809-14B8-B768-DE84-EC74D1B769D5}"/>
              </a:ext>
            </a:extLst>
          </p:cNvPr>
          <p:cNvSpPr/>
          <p:nvPr/>
        </p:nvSpPr>
        <p:spPr>
          <a:xfrm>
            <a:off x="5247464" y="2570174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5">
                    <a:lumMod val="50000"/>
                  </a:schemeClr>
                </a:solidFill>
              </a:rPr>
              <a:t>5</a:t>
            </a:r>
          </a:p>
        </p:txBody>
      </p: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1CB655F3-0269-9018-B79C-9CBE482F0F5D}"/>
              </a:ext>
            </a:extLst>
          </p:cNvPr>
          <p:cNvGrpSpPr/>
          <p:nvPr/>
        </p:nvGrpSpPr>
        <p:grpSpPr>
          <a:xfrm>
            <a:off x="6597527" y="2586230"/>
            <a:ext cx="432048" cy="550653"/>
            <a:chOff x="6924044" y="1093980"/>
            <a:chExt cx="432048" cy="550653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B88FFB4B-AC82-4C82-7C0B-92CE7612F8E6}"/>
                </a:ext>
              </a:extLst>
            </p:cNvPr>
            <p:cNvSpPr/>
            <p:nvPr/>
          </p:nvSpPr>
          <p:spPr>
            <a:xfrm>
              <a:off x="7008432" y="1093980"/>
              <a:ext cx="262622" cy="2626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0</a:t>
              </a:r>
            </a:p>
          </p:txBody>
        </p: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F667C309-DF18-7695-4511-4FCD6C20A2EB}"/>
                </a:ext>
              </a:extLst>
            </p:cNvPr>
            <p:cNvGrpSpPr/>
            <p:nvPr/>
          </p:nvGrpSpPr>
          <p:grpSpPr>
            <a:xfrm>
              <a:off x="6924044" y="1356602"/>
              <a:ext cx="432048" cy="288031"/>
              <a:chOff x="7487374" y="2922758"/>
              <a:chExt cx="432048" cy="288031"/>
            </a:xfrm>
          </p:grpSpPr>
          <p:sp>
            <p:nvSpPr>
              <p:cNvPr id="44" name="Forme libre : forme 43">
                <a:extLst>
                  <a:ext uri="{FF2B5EF4-FFF2-40B4-BE49-F238E27FC236}">
                    <a16:creationId xmlns:a16="http://schemas.microsoft.com/office/drawing/2014/main" id="{F4A26F03-F26B-C6E2-98FC-09D9111408B8}"/>
                  </a:ext>
                </a:extLst>
              </p:cNvPr>
              <p:cNvSpPr/>
              <p:nvPr/>
            </p:nvSpPr>
            <p:spPr>
              <a:xfrm>
                <a:off x="7503967" y="3064863"/>
                <a:ext cx="415449" cy="145926"/>
              </a:xfrm>
              <a:custGeom>
                <a:avLst/>
                <a:gdLst>
                  <a:gd name="connsiteX0" fmla="*/ 0 w 400050"/>
                  <a:gd name="connsiteY0" fmla="*/ 6350 h 134622"/>
                  <a:gd name="connsiteX1" fmla="*/ 63500 w 400050"/>
                  <a:gd name="connsiteY1" fmla="*/ 114300 h 134622"/>
                  <a:gd name="connsiteX2" fmla="*/ 203200 w 400050"/>
                  <a:gd name="connsiteY2" fmla="*/ 69850 h 134622"/>
                  <a:gd name="connsiteX3" fmla="*/ 304800 w 400050"/>
                  <a:gd name="connsiteY3" fmla="*/ 133350 h 134622"/>
                  <a:gd name="connsiteX4" fmla="*/ 400050 w 400050"/>
                  <a:gd name="connsiteY4" fmla="*/ 0 h 134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0" h="134622">
                    <a:moveTo>
                      <a:pt x="0" y="6350"/>
                    </a:moveTo>
                    <a:cubicBezTo>
                      <a:pt x="14816" y="55033"/>
                      <a:pt x="29633" y="103717"/>
                      <a:pt x="63500" y="114300"/>
                    </a:cubicBezTo>
                    <a:cubicBezTo>
                      <a:pt x="97367" y="124883"/>
                      <a:pt x="162983" y="66675"/>
                      <a:pt x="203200" y="69850"/>
                    </a:cubicBezTo>
                    <a:cubicBezTo>
                      <a:pt x="243417" y="73025"/>
                      <a:pt x="271992" y="144992"/>
                      <a:pt x="304800" y="133350"/>
                    </a:cubicBezTo>
                    <a:cubicBezTo>
                      <a:pt x="337608" y="121708"/>
                      <a:pt x="368829" y="60854"/>
                      <a:pt x="400050" y="0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/>
              </a:p>
            </p:txBody>
          </p:sp>
          <p:cxnSp>
            <p:nvCxnSpPr>
              <p:cNvPr id="45" name="Connecteur droit 44">
                <a:extLst>
                  <a:ext uri="{FF2B5EF4-FFF2-40B4-BE49-F238E27FC236}">
                    <a16:creationId xmlns:a16="http://schemas.microsoft.com/office/drawing/2014/main" id="{587CB60F-B461-8872-B94B-2DFF0B723F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3398" y="2922758"/>
                <a:ext cx="0" cy="1421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" name="Connecteur droit 45">
                <a:extLst>
                  <a:ext uri="{FF2B5EF4-FFF2-40B4-BE49-F238E27FC236}">
                    <a16:creationId xmlns:a16="http://schemas.microsoft.com/office/drawing/2014/main" id="{A85903C1-2325-B1CF-2177-B7DC379E69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7374" y="3068683"/>
                <a:ext cx="4320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FF16DE08-7B6E-5629-FB5E-1BD6E13AA48A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5510086" y="2708275"/>
            <a:ext cx="117182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1D0E83C3-0495-ADB0-5EDA-614F3C9AB8C8}"/>
              </a:ext>
            </a:extLst>
          </p:cNvPr>
          <p:cNvCxnSpPr>
            <a:cxnSpLocks/>
          </p:cNvCxnSpPr>
          <p:nvPr/>
        </p:nvCxnSpPr>
        <p:spPr>
          <a:xfrm flipH="1" flipV="1">
            <a:off x="6944537" y="2708275"/>
            <a:ext cx="117182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FBDE840E-32EF-03CC-769B-0364446B35E2}"/>
              </a:ext>
            </a:extLst>
          </p:cNvPr>
          <p:cNvCxnSpPr>
            <a:cxnSpLocks/>
            <a:stCxn id="8" idx="1"/>
            <a:endCxn id="7" idx="5"/>
          </p:cNvCxnSpPr>
          <p:nvPr/>
        </p:nvCxnSpPr>
        <p:spPr>
          <a:xfrm flipH="1" flipV="1">
            <a:off x="6906077" y="2810392"/>
            <a:ext cx="1248749" cy="123721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DD532413-BFBE-CCF7-A705-28DC18EEB79C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V="1">
            <a:off x="8247677" y="2848852"/>
            <a:ext cx="0" cy="116029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BD127109-2161-39E9-F03B-EE6EEE73E0BF}"/>
              </a:ext>
            </a:extLst>
          </p:cNvPr>
          <p:cNvCxnSpPr>
            <a:cxnSpLocks/>
          </p:cNvCxnSpPr>
          <p:nvPr/>
        </p:nvCxnSpPr>
        <p:spPr>
          <a:xfrm flipV="1">
            <a:off x="8247677" y="1425933"/>
            <a:ext cx="0" cy="116029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3C559F5B-9921-16FC-46AE-A4499026AB3E}"/>
              </a:ext>
            </a:extLst>
          </p:cNvPr>
          <p:cNvCxnSpPr>
            <a:cxnSpLocks/>
          </p:cNvCxnSpPr>
          <p:nvPr/>
        </p:nvCxnSpPr>
        <p:spPr>
          <a:xfrm flipV="1">
            <a:off x="6802319" y="1409865"/>
            <a:ext cx="0" cy="116029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DE9724E2-09FB-054C-358F-5A9294AC93E7}"/>
              </a:ext>
            </a:extLst>
          </p:cNvPr>
          <p:cNvCxnSpPr>
            <a:cxnSpLocks/>
            <a:stCxn id="11" idx="2"/>
            <a:endCxn id="12" idx="6"/>
          </p:cNvCxnSpPr>
          <p:nvPr/>
        </p:nvCxnSpPr>
        <p:spPr>
          <a:xfrm flipH="1">
            <a:off x="5510086" y="1278554"/>
            <a:ext cx="117182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EE99B8AD-47BA-E3B7-09C0-26DE55389CFB}"/>
              </a:ext>
            </a:extLst>
          </p:cNvPr>
          <p:cNvCxnSpPr>
            <a:cxnSpLocks/>
          </p:cNvCxnSpPr>
          <p:nvPr/>
        </p:nvCxnSpPr>
        <p:spPr>
          <a:xfrm flipV="1">
            <a:off x="5378775" y="1425933"/>
            <a:ext cx="0" cy="116029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90164D8B-5027-C798-5A86-1FDBF7F954D2}"/>
              </a:ext>
            </a:extLst>
          </p:cNvPr>
          <p:cNvCxnSpPr>
            <a:cxnSpLocks/>
          </p:cNvCxnSpPr>
          <p:nvPr/>
        </p:nvCxnSpPr>
        <p:spPr>
          <a:xfrm flipH="1">
            <a:off x="6944536" y="1278554"/>
            <a:ext cx="117182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450D12A5-DA6A-8566-2CBE-49F798B9FA64}"/>
                  </a:ext>
                </a:extLst>
              </p:cNvPr>
              <p:cNvSpPr txBox="1"/>
              <p:nvPr/>
            </p:nvSpPr>
            <p:spPr>
              <a:xfrm>
                <a:off x="8311977" y="1808589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450D12A5-DA6A-8566-2CBE-49F798B9F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977" y="1808589"/>
                <a:ext cx="845103" cy="430887"/>
              </a:xfrm>
              <a:prstGeom prst="rect">
                <a:avLst/>
              </a:prstGeom>
              <a:blipFill>
                <a:blip r:embed="rId3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5716E9D8-004F-20D4-2009-9E8EDE36EB17}"/>
                  </a:ext>
                </a:extLst>
              </p:cNvPr>
              <p:cNvSpPr txBox="1"/>
              <p:nvPr/>
            </p:nvSpPr>
            <p:spPr>
              <a:xfrm>
                <a:off x="7107899" y="835010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5716E9D8-004F-20D4-2009-9E8EDE36E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899" y="835010"/>
                <a:ext cx="845103" cy="430887"/>
              </a:xfrm>
              <a:prstGeom prst="rect">
                <a:avLst/>
              </a:prstGeom>
              <a:blipFill>
                <a:blip r:embed="rId4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7935CDEF-E0F1-19BB-1B95-7DE142FAC78C}"/>
                  </a:ext>
                </a:extLst>
              </p:cNvPr>
              <p:cNvSpPr txBox="1"/>
              <p:nvPr/>
            </p:nvSpPr>
            <p:spPr>
              <a:xfrm>
                <a:off x="6802319" y="1875687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7935CDEF-E0F1-19BB-1B95-7DE142FAC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319" y="1875687"/>
                <a:ext cx="845103" cy="430887"/>
              </a:xfrm>
              <a:prstGeom prst="rect">
                <a:avLst/>
              </a:prstGeom>
              <a:blipFill>
                <a:blip r:embed="rId5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E7B23FB1-19AF-F56A-F208-67B378AA51E1}"/>
                  </a:ext>
                </a:extLst>
              </p:cNvPr>
              <p:cNvSpPr txBox="1"/>
              <p:nvPr/>
            </p:nvSpPr>
            <p:spPr>
              <a:xfrm>
                <a:off x="5686997" y="2293917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E7B23FB1-19AF-F56A-F208-67B378AA5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997" y="2293917"/>
                <a:ext cx="845103" cy="430887"/>
              </a:xfrm>
              <a:prstGeom prst="rect">
                <a:avLst/>
              </a:prstGeom>
              <a:blipFill>
                <a:blip r:embed="rId6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937EBE82-B997-4909-455A-7EDC1001CBF9}"/>
                  </a:ext>
                </a:extLst>
              </p:cNvPr>
              <p:cNvSpPr txBox="1"/>
              <p:nvPr/>
            </p:nvSpPr>
            <p:spPr>
              <a:xfrm>
                <a:off x="6813226" y="3464407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937EBE82-B997-4909-455A-7EDC1001C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226" y="3464407"/>
                <a:ext cx="845103" cy="430887"/>
              </a:xfrm>
              <a:prstGeom prst="rect">
                <a:avLst/>
              </a:prstGeom>
              <a:blipFill>
                <a:blip r:embed="rId7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E88EF36C-74C0-C804-ECC4-20F88E2E67B2}"/>
                  </a:ext>
                </a:extLst>
              </p:cNvPr>
              <p:cNvSpPr txBox="1"/>
              <p:nvPr/>
            </p:nvSpPr>
            <p:spPr>
              <a:xfrm>
                <a:off x="5673448" y="847667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E88EF36C-74C0-C804-ECC4-20F88E2E6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448" y="847667"/>
                <a:ext cx="845103" cy="430887"/>
              </a:xfrm>
              <a:prstGeom prst="rect">
                <a:avLst/>
              </a:prstGeom>
              <a:blipFill>
                <a:blip r:embed="rId8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0907CEF5-B1C8-670F-3C31-B3D9A1CC7F96}"/>
                  </a:ext>
                </a:extLst>
              </p:cNvPr>
              <p:cNvSpPr txBox="1"/>
              <p:nvPr/>
            </p:nvSpPr>
            <p:spPr>
              <a:xfrm>
                <a:off x="4511859" y="1796786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0907CEF5-B1C8-670F-3C31-B3D9A1CC7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59" y="1796786"/>
                <a:ext cx="845103" cy="430887"/>
              </a:xfrm>
              <a:prstGeom prst="rect">
                <a:avLst/>
              </a:prstGeom>
              <a:blipFill>
                <a:blip r:embed="rId9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211C7AA5-7D2D-AC28-72A0-7AB77AD5EF23}"/>
                  </a:ext>
                </a:extLst>
              </p:cNvPr>
              <p:cNvSpPr txBox="1"/>
              <p:nvPr/>
            </p:nvSpPr>
            <p:spPr>
              <a:xfrm>
                <a:off x="8340529" y="3147072"/>
                <a:ext cx="15288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100" dirty="0"/>
                  <a:t>Glissière hélicoïdale </a:t>
                </a:r>
                <a:br>
                  <a:rPr lang="fr-FR" sz="1100" dirty="0"/>
                </a:br>
                <a:r>
                  <a:rPr lang="fr-FR" sz="1100" dirty="0"/>
                  <a:t>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211C7AA5-7D2D-AC28-72A0-7AB77AD5E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529" y="3147072"/>
                <a:ext cx="1528861" cy="430887"/>
              </a:xfrm>
              <a:prstGeom prst="rect">
                <a:avLst/>
              </a:prstGeom>
              <a:blipFill>
                <a:blip r:embed="rId10"/>
                <a:stretch>
                  <a:fillRect t="-1408" b="-84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8D95845B-BC1C-029D-9912-6792A4FDC3FE}"/>
                  </a:ext>
                </a:extLst>
              </p:cNvPr>
              <p:cNvSpPr txBox="1"/>
              <p:nvPr/>
            </p:nvSpPr>
            <p:spPr>
              <a:xfrm>
                <a:off x="6892640" y="2286654"/>
                <a:ext cx="129073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Glissière direction</a:t>
                </a:r>
              </a:p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8D95845B-BC1C-029D-9912-6792A4FDC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640" y="2286654"/>
                <a:ext cx="1290738" cy="430887"/>
              </a:xfrm>
              <a:prstGeom prst="rect">
                <a:avLst/>
              </a:prstGeom>
              <a:blipFill>
                <a:blip r:embed="rId11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45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75EBD4E-BB37-089C-F5C3-BD6913DEF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54" y="2788482"/>
            <a:ext cx="4905071" cy="300417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70BA5641-BE8D-A650-0685-E5035BA69465}"/>
              </a:ext>
            </a:extLst>
          </p:cNvPr>
          <p:cNvSpPr/>
          <p:nvPr/>
        </p:nvSpPr>
        <p:spPr>
          <a:xfrm>
            <a:off x="3101857" y="1847774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rgbClr val="0070C0"/>
                </a:solidFill>
              </a:rPr>
              <a:t>2</a:t>
            </a:r>
            <a:r>
              <a:rPr lang="fr-FR" sz="1200" b="1" baseline="-250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DCD5330-279B-9429-0E5F-6DB2195CF583}"/>
              </a:ext>
            </a:extLst>
          </p:cNvPr>
          <p:cNvSpPr/>
          <p:nvPr/>
        </p:nvSpPr>
        <p:spPr>
          <a:xfrm>
            <a:off x="8343859" y="1111796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5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B1594C7-0292-04D8-02AF-44A2763277A3}"/>
              </a:ext>
            </a:extLst>
          </p:cNvPr>
          <p:cNvCxnSpPr>
            <a:cxnSpLocks/>
            <a:stCxn id="46" idx="2"/>
            <a:endCxn id="44" idx="6"/>
          </p:cNvCxnSpPr>
          <p:nvPr/>
        </p:nvCxnSpPr>
        <p:spPr>
          <a:xfrm flipH="1">
            <a:off x="3350564" y="510431"/>
            <a:ext cx="1191665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1327AF0F-873B-7814-AD68-4B00FE8601DA}"/>
                  </a:ext>
                </a:extLst>
              </p:cNvPr>
              <p:cNvSpPr txBox="1"/>
              <p:nvPr/>
            </p:nvSpPr>
            <p:spPr>
              <a:xfrm>
                <a:off x="3512701" y="1980227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1327AF0F-873B-7814-AD68-4B00FE860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01" y="1980227"/>
                <a:ext cx="845103" cy="430887"/>
              </a:xfrm>
              <a:prstGeom prst="rect">
                <a:avLst/>
              </a:prstGeom>
              <a:blipFill>
                <a:blip r:embed="rId3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e 35">
            <a:extLst>
              <a:ext uri="{FF2B5EF4-FFF2-40B4-BE49-F238E27FC236}">
                <a16:creationId xmlns:a16="http://schemas.microsoft.com/office/drawing/2014/main" id="{D1341C5A-0668-6EB1-E5EE-71DE43D126B2}"/>
              </a:ext>
            </a:extLst>
          </p:cNvPr>
          <p:cNvGrpSpPr/>
          <p:nvPr/>
        </p:nvGrpSpPr>
        <p:grpSpPr>
          <a:xfrm>
            <a:off x="4449223" y="1847774"/>
            <a:ext cx="432048" cy="550653"/>
            <a:chOff x="6924044" y="1093980"/>
            <a:chExt cx="432048" cy="550653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C27A4B4E-97C9-E2C2-9116-A6506DA02CA8}"/>
                </a:ext>
              </a:extLst>
            </p:cNvPr>
            <p:cNvSpPr/>
            <p:nvPr/>
          </p:nvSpPr>
          <p:spPr>
            <a:xfrm>
              <a:off x="7008432" y="1093980"/>
              <a:ext cx="262622" cy="2626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accent3"/>
                  </a:solidFill>
                </a:rPr>
                <a:t>0</a:t>
              </a: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8DE21597-3104-EDF8-39A0-F2A2FF4C71A6}"/>
                </a:ext>
              </a:extLst>
            </p:cNvPr>
            <p:cNvGrpSpPr/>
            <p:nvPr/>
          </p:nvGrpSpPr>
          <p:grpSpPr>
            <a:xfrm>
              <a:off x="6924044" y="1356602"/>
              <a:ext cx="432048" cy="288031"/>
              <a:chOff x="7487374" y="2922758"/>
              <a:chExt cx="432048" cy="288031"/>
            </a:xfrm>
          </p:grpSpPr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671287D0-20D2-AF2D-7509-07ED46085D7C}"/>
                  </a:ext>
                </a:extLst>
              </p:cNvPr>
              <p:cNvSpPr/>
              <p:nvPr/>
            </p:nvSpPr>
            <p:spPr>
              <a:xfrm>
                <a:off x="7503967" y="3064863"/>
                <a:ext cx="415449" cy="145926"/>
              </a:xfrm>
              <a:custGeom>
                <a:avLst/>
                <a:gdLst>
                  <a:gd name="connsiteX0" fmla="*/ 0 w 400050"/>
                  <a:gd name="connsiteY0" fmla="*/ 6350 h 134622"/>
                  <a:gd name="connsiteX1" fmla="*/ 63500 w 400050"/>
                  <a:gd name="connsiteY1" fmla="*/ 114300 h 134622"/>
                  <a:gd name="connsiteX2" fmla="*/ 203200 w 400050"/>
                  <a:gd name="connsiteY2" fmla="*/ 69850 h 134622"/>
                  <a:gd name="connsiteX3" fmla="*/ 304800 w 400050"/>
                  <a:gd name="connsiteY3" fmla="*/ 133350 h 134622"/>
                  <a:gd name="connsiteX4" fmla="*/ 400050 w 400050"/>
                  <a:gd name="connsiteY4" fmla="*/ 0 h 134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0" h="134622">
                    <a:moveTo>
                      <a:pt x="0" y="6350"/>
                    </a:moveTo>
                    <a:cubicBezTo>
                      <a:pt x="14816" y="55033"/>
                      <a:pt x="29633" y="103717"/>
                      <a:pt x="63500" y="114300"/>
                    </a:cubicBezTo>
                    <a:cubicBezTo>
                      <a:pt x="97367" y="124883"/>
                      <a:pt x="162983" y="66675"/>
                      <a:pt x="203200" y="69850"/>
                    </a:cubicBezTo>
                    <a:cubicBezTo>
                      <a:pt x="243417" y="73025"/>
                      <a:pt x="271992" y="144992"/>
                      <a:pt x="304800" y="133350"/>
                    </a:cubicBezTo>
                    <a:cubicBezTo>
                      <a:pt x="337608" y="121708"/>
                      <a:pt x="368829" y="60854"/>
                      <a:pt x="400050" y="0"/>
                    </a:cubicBezTo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/>
              </a:p>
            </p:txBody>
          </p: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6A96CCDB-2786-6095-D3D1-7B50AA118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3398" y="2922758"/>
                <a:ext cx="0" cy="142105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95A6D9B1-A8B3-1F1A-7B65-B772AC706C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7374" y="3068683"/>
                <a:ext cx="432048" cy="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44" name="Ellipse 43">
            <a:extLst>
              <a:ext uri="{FF2B5EF4-FFF2-40B4-BE49-F238E27FC236}">
                <a16:creationId xmlns:a16="http://schemas.microsoft.com/office/drawing/2014/main" id="{B51464C2-9C31-4329-A8F2-3B1B1C69A773}"/>
              </a:ext>
            </a:extLst>
          </p:cNvPr>
          <p:cNvSpPr/>
          <p:nvPr/>
        </p:nvSpPr>
        <p:spPr>
          <a:xfrm>
            <a:off x="3087942" y="396095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rgbClr val="0070C0"/>
                </a:solidFill>
              </a:rPr>
              <a:t>2</a:t>
            </a:r>
            <a:r>
              <a:rPr lang="fr-FR" sz="1200" b="1" baseline="-250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DE125D38-2627-4637-68B8-76D9A615EDF6}"/>
              </a:ext>
            </a:extLst>
          </p:cNvPr>
          <p:cNvSpPr/>
          <p:nvPr/>
        </p:nvSpPr>
        <p:spPr>
          <a:xfrm>
            <a:off x="4542229" y="379120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ABCE04E0-B751-B2BA-BF67-9553AA2DD38C}"/>
              </a:ext>
            </a:extLst>
          </p:cNvPr>
          <p:cNvCxnSpPr>
            <a:cxnSpLocks/>
            <a:stCxn id="46" idx="4"/>
            <a:endCxn id="37" idx="0"/>
          </p:cNvCxnSpPr>
          <p:nvPr/>
        </p:nvCxnSpPr>
        <p:spPr>
          <a:xfrm flipH="1">
            <a:off x="4664922" y="641742"/>
            <a:ext cx="0" cy="120603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F19A7D0F-EF95-94DF-447B-59C9A4DFD567}"/>
              </a:ext>
            </a:extLst>
          </p:cNvPr>
          <p:cNvCxnSpPr>
            <a:cxnSpLocks/>
            <a:stCxn id="37" idx="2"/>
            <a:endCxn id="9" idx="6"/>
          </p:cNvCxnSpPr>
          <p:nvPr/>
        </p:nvCxnSpPr>
        <p:spPr>
          <a:xfrm flipH="1">
            <a:off x="3364479" y="1979085"/>
            <a:ext cx="1169132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61D5F985-774E-2B14-FEC3-F1A6DE5B4C89}"/>
              </a:ext>
            </a:extLst>
          </p:cNvPr>
          <p:cNvCxnSpPr>
            <a:cxnSpLocks/>
            <a:stCxn id="44" idx="4"/>
            <a:endCxn id="9" idx="0"/>
          </p:cNvCxnSpPr>
          <p:nvPr/>
        </p:nvCxnSpPr>
        <p:spPr>
          <a:xfrm>
            <a:off x="3219253" y="658717"/>
            <a:ext cx="0" cy="118905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3319390B-6D44-2F50-92FC-8EBD4A1FEBFA}"/>
                  </a:ext>
                </a:extLst>
              </p:cNvPr>
              <p:cNvSpPr txBox="1"/>
              <p:nvPr/>
            </p:nvSpPr>
            <p:spPr>
              <a:xfrm>
                <a:off x="1917013" y="1000881"/>
                <a:ext cx="135005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glissant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3319390B-6D44-2F50-92FC-8EBD4A1FE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013" y="1000881"/>
                <a:ext cx="1350050" cy="430887"/>
              </a:xfrm>
              <a:prstGeom prst="rect">
                <a:avLst/>
              </a:prstGeom>
              <a:blipFill>
                <a:blip r:embed="rId4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92E85DF6-0AE7-0BD7-8CE7-8F5287ED1462}"/>
                  </a:ext>
                </a:extLst>
              </p:cNvPr>
              <p:cNvSpPr txBox="1"/>
              <p:nvPr/>
            </p:nvSpPr>
            <p:spPr>
              <a:xfrm>
                <a:off x="3503386" y="94137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92E85DF6-0AE7-0BD7-8CE7-8F5287ED1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86" y="94137"/>
                <a:ext cx="845103" cy="430887"/>
              </a:xfrm>
              <a:prstGeom prst="rect">
                <a:avLst/>
              </a:prstGeom>
              <a:blipFill>
                <a:blip r:embed="rId5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4AEDA1D7-C691-C4FD-272B-67EB48570615}"/>
                  </a:ext>
                </a:extLst>
              </p:cNvPr>
              <p:cNvSpPr txBox="1"/>
              <p:nvPr/>
            </p:nvSpPr>
            <p:spPr>
              <a:xfrm>
                <a:off x="3754163" y="1000880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4AEDA1D7-C691-C4FD-272B-67EB48570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163" y="1000880"/>
                <a:ext cx="845103" cy="430887"/>
              </a:xfrm>
              <a:prstGeom prst="rect">
                <a:avLst/>
              </a:prstGeom>
              <a:blipFill>
                <a:blip r:embed="rId6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Ellipse 60">
            <a:extLst>
              <a:ext uri="{FF2B5EF4-FFF2-40B4-BE49-F238E27FC236}">
                <a16:creationId xmlns:a16="http://schemas.microsoft.com/office/drawing/2014/main" id="{78AB9D4C-FF1A-7356-A0BC-849DB66A1042}"/>
              </a:ext>
            </a:extLst>
          </p:cNvPr>
          <p:cNvSpPr/>
          <p:nvPr/>
        </p:nvSpPr>
        <p:spPr>
          <a:xfrm>
            <a:off x="5963976" y="1874558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rgbClr val="0070C0"/>
                </a:solidFill>
              </a:rPr>
              <a:t>2</a:t>
            </a:r>
            <a:r>
              <a:rPr lang="fr-FR" sz="1200" b="1" baseline="-25000" dirty="0">
                <a:solidFill>
                  <a:srgbClr val="0070C0"/>
                </a:solidFill>
              </a:rPr>
              <a:t>1</a:t>
            </a:r>
          </a:p>
        </p:txBody>
      </p: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DD5007AD-CA50-4954-23FF-B8205D2623AB}"/>
              </a:ext>
            </a:extLst>
          </p:cNvPr>
          <p:cNvCxnSpPr>
            <a:cxnSpLocks/>
            <a:stCxn id="71" idx="2"/>
            <a:endCxn id="70" idx="6"/>
          </p:cNvCxnSpPr>
          <p:nvPr/>
        </p:nvCxnSpPr>
        <p:spPr>
          <a:xfrm flipH="1">
            <a:off x="6212683" y="537215"/>
            <a:ext cx="1191665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18D20BB6-EA70-D189-9BAF-67E707582902}"/>
                  </a:ext>
                </a:extLst>
              </p:cNvPr>
              <p:cNvSpPr txBox="1"/>
              <p:nvPr/>
            </p:nvSpPr>
            <p:spPr>
              <a:xfrm>
                <a:off x="6374820" y="2007011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18D20BB6-EA70-D189-9BAF-67E707582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20" y="2007011"/>
                <a:ext cx="845103" cy="430887"/>
              </a:xfrm>
              <a:prstGeom prst="rect">
                <a:avLst/>
              </a:prstGeom>
              <a:blipFill>
                <a:blip r:embed="rId7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e 63">
            <a:extLst>
              <a:ext uri="{FF2B5EF4-FFF2-40B4-BE49-F238E27FC236}">
                <a16:creationId xmlns:a16="http://schemas.microsoft.com/office/drawing/2014/main" id="{169043A1-8A50-35D3-B1D4-D6DEFB10AA60}"/>
              </a:ext>
            </a:extLst>
          </p:cNvPr>
          <p:cNvGrpSpPr/>
          <p:nvPr/>
        </p:nvGrpSpPr>
        <p:grpSpPr>
          <a:xfrm>
            <a:off x="7311342" y="1874558"/>
            <a:ext cx="432048" cy="550653"/>
            <a:chOff x="6924044" y="1093980"/>
            <a:chExt cx="432048" cy="550653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B6E01991-DFCD-9E27-6B76-C6847ADEE932}"/>
                </a:ext>
              </a:extLst>
            </p:cNvPr>
            <p:cNvSpPr/>
            <p:nvPr/>
          </p:nvSpPr>
          <p:spPr>
            <a:xfrm>
              <a:off x="7008432" y="1093980"/>
              <a:ext cx="262622" cy="2626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accent3"/>
                  </a:solidFill>
                </a:rPr>
                <a:t>0</a:t>
              </a:r>
            </a:p>
          </p:txBody>
        </p:sp>
        <p:grpSp>
          <p:nvGrpSpPr>
            <p:cNvPr id="66" name="Groupe 65">
              <a:extLst>
                <a:ext uri="{FF2B5EF4-FFF2-40B4-BE49-F238E27FC236}">
                  <a16:creationId xmlns:a16="http://schemas.microsoft.com/office/drawing/2014/main" id="{BBB690A1-FB2B-5DB3-4475-15BA82CE8EE7}"/>
                </a:ext>
              </a:extLst>
            </p:cNvPr>
            <p:cNvGrpSpPr/>
            <p:nvPr/>
          </p:nvGrpSpPr>
          <p:grpSpPr>
            <a:xfrm>
              <a:off x="6924044" y="1356602"/>
              <a:ext cx="432048" cy="288031"/>
              <a:chOff x="7487374" y="2922758"/>
              <a:chExt cx="432048" cy="288031"/>
            </a:xfrm>
          </p:grpSpPr>
          <p:sp>
            <p:nvSpPr>
              <p:cNvPr id="67" name="Forme libre : forme 66">
                <a:extLst>
                  <a:ext uri="{FF2B5EF4-FFF2-40B4-BE49-F238E27FC236}">
                    <a16:creationId xmlns:a16="http://schemas.microsoft.com/office/drawing/2014/main" id="{5C15C4F1-45D5-0B8F-4AE8-53876CF80A0D}"/>
                  </a:ext>
                </a:extLst>
              </p:cNvPr>
              <p:cNvSpPr/>
              <p:nvPr/>
            </p:nvSpPr>
            <p:spPr>
              <a:xfrm>
                <a:off x="7503967" y="3064863"/>
                <a:ext cx="415449" cy="145926"/>
              </a:xfrm>
              <a:custGeom>
                <a:avLst/>
                <a:gdLst>
                  <a:gd name="connsiteX0" fmla="*/ 0 w 400050"/>
                  <a:gd name="connsiteY0" fmla="*/ 6350 h 134622"/>
                  <a:gd name="connsiteX1" fmla="*/ 63500 w 400050"/>
                  <a:gd name="connsiteY1" fmla="*/ 114300 h 134622"/>
                  <a:gd name="connsiteX2" fmla="*/ 203200 w 400050"/>
                  <a:gd name="connsiteY2" fmla="*/ 69850 h 134622"/>
                  <a:gd name="connsiteX3" fmla="*/ 304800 w 400050"/>
                  <a:gd name="connsiteY3" fmla="*/ 133350 h 134622"/>
                  <a:gd name="connsiteX4" fmla="*/ 400050 w 400050"/>
                  <a:gd name="connsiteY4" fmla="*/ 0 h 134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0" h="134622">
                    <a:moveTo>
                      <a:pt x="0" y="6350"/>
                    </a:moveTo>
                    <a:cubicBezTo>
                      <a:pt x="14816" y="55033"/>
                      <a:pt x="29633" y="103717"/>
                      <a:pt x="63500" y="114300"/>
                    </a:cubicBezTo>
                    <a:cubicBezTo>
                      <a:pt x="97367" y="124883"/>
                      <a:pt x="162983" y="66675"/>
                      <a:pt x="203200" y="69850"/>
                    </a:cubicBezTo>
                    <a:cubicBezTo>
                      <a:pt x="243417" y="73025"/>
                      <a:pt x="271992" y="144992"/>
                      <a:pt x="304800" y="133350"/>
                    </a:cubicBezTo>
                    <a:cubicBezTo>
                      <a:pt x="337608" y="121708"/>
                      <a:pt x="368829" y="60854"/>
                      <a:pt x="400050" y="0"/>
                    </a:cubicBezTo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/>
              </a:p>
            </p:txBody>
          </p:sp>
          <p:cxnSp>
            <p:nvCxnSpPr>
              <p:cNvPr id="68" name="Connecteur droit 67">
                <a:extLst>
                  <a:ext uri="{FF2B5EF4-FFF2-40B4-BE49-F238E27FC236}">
                    <a16:creationId xmlns:a16="http://schemas.microsoft.com/office/drawing/2014/main" id="{1EC0F309-AAF0-2C21-D905-4CFA02C8F4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3398" y="2922758"/>
                <a:ext cx="0" cy="142105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Connecteur droit 68">
                <a:extLst>
                  <a:ext uri="{FF2B5EF4-FFF2-40B4-BE49-F238E27FC236}">
                    <a16:creationId xmlns:a16="http://schemas.microsoft.com/office/drawing/2014/main" id="{DFB9C107-D7DA-3B4C-44F3-81EDF63DB3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7374" y="3068683"/>
                <a:ext cx="432048" cy="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70" name="Ellipse 69">
            <a:extLst>
              <a:ext uri="{FF2B5EF4-FFF2-40B4-BE49-F238E27FC236}">
                <a16:creationId xmlns:a16="http://schemas.microsoft.com/office/drawing/2014/main" id="{D3C21CD0-22E3-7B57-EBA9-033570333FEE}"/>
              </a:ext>
            </a:extLst>
          </p:cNvPr>
          <p:cNvSpPr/>
          <p:nvPr/>
        </p:nvSpPr>
        <p:spPr>
          <a:xfrm>
            <a:off x="5950061" y="422879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rgbClr val="0070C0"/>
                </a:solidFill>
              </a:rPr>
              <a:t>2</a:t>
            </a:r>
            <a:r>
              <a:rPr lang="fr-FR" sz="1200" b="1" baseline="-250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AC81D7D4-E169-155C-5467-838F8FDB244F}"/>
              </a:ext>
            </a:extLst>
          </p:cNvPr>
          <p:cNvSpPr/>
          <p:nvPr/>
        </p:nvSpPr>
        <p:spPr>
          <a:xfrm>
            <a:off x="7404348" y="405904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EE981870-7E24-0268-1591-7C53191EAFD6}"/>
              </a:ext>
            </a:extLst>
          </p:cNvPr>
          <p:cNvCxnSpPr>
            <a:cxnSpLocks/>
            <a:stCxn id="71" idx="4"/>
            <a:endCxn id="65" idx="0"/>
          </p:cNvCxnSpPr>
          <p:nvPr/>
        </p:nvCxnSpPr>
        <p:spPr>
          <a:xfrm flipH="1">
            <a:off x="7527041" y="668526"/>
            <a:ext cx="0" cy="1206032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E9F164A6-5C66-6E54-63D3-0436B31656D6}"/>
              </a:ext>
            </a:extLst>
          </p:cNvPr>
          <p:cNvCxnSpPr>
            <a:cxnSpLocks/>
            <a:stCxn id="65" idx="2"/>
            <a:endCxn id="61" idx="6"/>
          </p:cNvCxnSpPr>
          <p:nvPr/>
        </p:nvCxnSpPr>
        <p:spPr>
          <a:xfrm flipH="1">
            <a:off x="6226598" y="2005869"/>
            <a:ext cx="1169132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FE0C2596-9BF9-05FE-B47B-F8F502323C2D}"/>
              </a:ext>
            </a:extLst>
          </p:cNvPr>
          <p:cNvCxnSpPr>
            <a:cxnSpLocks/>
            <a:stCxn id="70" idx="4"/>
            <a:endCxn id="61" idx="0"/>
          </p:cNvCxnSpPr>
          <p:nvPr/>
        </p:nvCxnSpPr>
        <p:spPr>
          <a:xfrm>
            <a:off x="6081372" y="685501"/>
            <a:ext cx="0" cy="118905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2B07A5EF-5B06-DCBA-7F51-EF3E936F7196}"/>
                  </a:ext>
                </a:extLst>
              </p:cNvPr>
              <p:cNvSpPr txBox="1"/>
              <p:nvPr/>
            </p:nvSpPr>
            <p:spPr>
              <a:xfrm>
                <a:off x="4779132" y="1027665"/>
                <a:ext cx="135005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glissant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2B07A5EF-5B06-DCBA-7F51-EF3E936F7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132" y="1027665"/>
                <a:ext cx="1350050" cy="430887"/>
              </a:xfrm>
              <a:prstGeom prst="rect">
                <a:avLst/>
              </a:prstGeom>
              <a:blipFill>
                <a:blip r:embed="rId8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FA814EE3-C709-E4A8-3B6E-3241E23EA37F}"/>
                  </a:ext>
                </a:extLst>
              </p:cNvPr>
              <p:cNvSpPr txBox="1"/>
              <p:nvPr/>
            </p:nvSpPr>
            <p:spPr>
              <a:xfrm>
                <a:off x="6365505" y="120921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FA814EE3-C709-E4A8-3B6E-3241E23EA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505" y="120921"/>
                <a:ext cx="845103" cy="430887"/>
              </a:xfrm>
              <a:prstGeom prst="rect">
                <a:avLst/>
              </a:prstGeom>
              <a:blipFill>
                <a:blip r:embed="rId9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C559D25-1049-6B9C-4182-5E0C446578DD}"/>
                  </a:ext>
                </a:extLst>
              </p:cNvPr>
              <p:cNvSpPr txBox="1"/>
              <p:nvPr/>
            </p:nvSpPr>
            <p:spPr>
              <a:xfrm>
                <a:off x="6616282" y="1027664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C559D25-1049-6B9C-4182-5E0C44657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282" y="1027664"/>
                <a:ext cx="845103" cy="430887"/>
              </a:xfrm>
              <a:prstGeom prst="rect">
                <a:avLst/>
              </a:prstGeom>
              <a:blipFill>
                <a:blip r:embed="rId10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471F7DD8-D413-DA53-4342-D96F853CB844}"/>
              </a:ext>
            </a:extLst>
          </p:cNvPr>
          <p:cNvCxnSpPr>
            <a:cxnSpLocks/>
            <a:stCxn id="71" idx="5"/>
            <a:endCxn id="11" idx="1"/>
          </p:cNvCxnSpPr>
          <p:nvPr/>
        </p:nvCxnSpPr>
        <p:spPr>
          <a:xfrm>
            <a:off x="7628510" y="630066"/>
            <a:ext cx="753809" cy="52019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E5BCD835-871A-1D7C-C435-936B43313ABD}"/>
              </a:ext>
            </a:extLst>
          </p:cNvPr>
          <p:cNvCxnSpPr>
            <a:cxnSpLocks/>
            <a:stCxn id="65" idx="7"/>
            <a:endCxn id="11" idx="3"/>
          </p:cNvCxnSpPr>
          <p:nvPr/>
        </p:nvCxnSpPr>
        <p:spPr>
          <a:xfrm flipV="1">
            <a:off x="7619892" y="1335958"/>
            <a:ext cx="762427" cy="57706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56232F40-868B-6FA2-1C77-9C6EBC3CBA84}"/>
              </a:ext>
            </a:extLst>
          </p:cNvPr>
          <p:cNvCxnSpPr>
            <a:cxnSpLocks/>
            <a:stCxn id="65" idx="6"/>
            <a:endCxn id="11" idx="5"/>
          </p:cNvCxnSpPr>
          <p:nvPr/>
        </p:nvCxnSpPr>
        <p:spPr>
          <a:xfrm flipV="1">
            <a:off x="7658352" y="1335958"/>
            <a:ext cx="909669" cy="669911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7E62B7D7-F9CC-F6AC-A4BC-F1A37D26317C}"/>
                  </a:ext>
                </a:extLst>
              </p:cNvPr>
              <p:cNvSpPr txBox="1"/>
              <p:nvPr/>
            </p:nvSpPr>
            <p:spPr>
              <a:xfrm>
                <a:off x="7469531" y="1160192"/>
                <a:ext cx="83548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Appui plan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7E62B7D7-F9CC-F6AC-A4BC-F1A37D263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531" y="1160192"/>
                <a:ext cx="835485" cy="430887"/>
              </a:xfrm>
              <a:prstGeom prst="rect">
                <a:avLst/>
              </a:prstGeom>
              <a:blipFill>
                <a:blip r:embed="rId11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4DAC4020-08E7-3ECE-315A-9AEBF3594257}"/>
                  </a:ext>
                </a:extLst>
              </p:cNvPr>
              <p:cNvSpPr txBox="1"/>
              <p:nvPr/>
            </p:nvSpPr>
            <p:spPr>
              <a:xfrm>
                <a:off x="8123310" y="1598580"/>
                <a:ext cx="140294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Appui plan  normale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4DAC4020-08E7-3ECE-315A-9AEBF3594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310" y="1598580"/>
                <a:ext cx="1402948" cy="430887"/>
              </a:xfrm>
              <a:prstGeom prst="rect">
                <a:avLst/>
              </a:prstGeom>
              <a:blipFill>
                <a:blip r:embed="rId12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98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09A3E18-FF47-707B-28BC-F1EFC1CF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3" y="1243774"/>
            <a:ext cx="4212345" cy="468173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0593152-54AE-180E-8984-1434A237683F}"/>
              </a:ext>
            </a:extLst>
          </p:cNvPr>
          <p:cNvSpPr/>
          <p:nvPr/>
        </p:nvSpPr>
        <p:spPr>
          <a:xfrm>
            <a:off x="9578937" y="4712142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99739E9-34ED-C315-BA3C-A110F82F081D}"/>
              </a:ext>
            </a:extLst>
          </p:cNvPr>
          <p:cNvSpPr/>
          <p:nvPr/>
        </p:nvSpPr>
        <p:spPr>
          <a:xfrm>
            <a:off x="9578937" y="3289223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2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D93AC1E-CEFE-C07D-9324-E7376290D58E}"/>
              </a:ext>
            </a:extLst>
          </p:cNvPr>
          <p:cNvSpPr/>
          <p:nvPr/>
        </p:nvSpPr>
        <p:spPr>
          <a:xfrm>
            <a:off x="6710035" y="1850236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3"/>
                </a:solidFill>
              </a:rPr>
              <a:t>4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A5DB017-73A7-4765-492F-761C0C8065CE}"/>
              </a:ext>
            </a:extLst>
          </p:cNvPr>
          <p:cNvSpPr/>
          <p:nvPr/>
        </p:nvSpPr>
        <p:spPr>
          <a:xfrm>
            <a:off x="8144486" y="1850236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0070C0"/>
                </a:solidFill>
              </a:rPr>
              <a:t>3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A0EFE4F-EF62-19B4-B186-CC79CF280873}"/>
              </a:ext>
            </a:extLst>
          </p:cNvPr>
          <p:cNvGrpSpPr/>
          <p:nvPr/>
        </p:nvGrpSpPr>
        <p:grpSpPr>
          <a:xfrm>
            <a:off x="8060098" y="3289223"/>
            <a:ext cx="432048" cy="550653"/>
            <a:chOff x="6924044" y="1093980"/>
            <a:chExt cx="432048" cy="550653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6259CA15-C0F6-7F76-0724-C9AD32AAE243}"/>
                </a:ext>
              </a:extLst>
            </p:cNvPr>
            <p:cNvSpPr/>
            <p:nvPr/>
          </p:nvSpPr>
          <p:spPr>
            <a:xfrm>
              <a:off x="7008432" y="1093980"/>
              <a:ext cx="262622" cy="26262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0</a:t>
              </a:r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B700AAE7-8B7B-9C91-70D0-80D3B2A3EA9C}"/>
                </a:ext>
              </a:extLst>
            </p:cNvPr>
            <p:cNvGrpSpPr/>
            <p:nvPr/>
          </p:nvGrpSpPr>
          <p:grpSpPr>
            <a:xfrm>
              <a:off x="6924044" y="1356602"/>
              <a:ext cx="432048" cy="288031"/>
              <a:chOff x="7487374" y="2922758"/>
              <a:chExt cx="432048" cy="288031"/>
            </a:xfrm>
          </p:grpSpPr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B5E93BBA-E40F-2AFE-CC07-6FEC08755050}"/>
                  </a:ext>
                </a:extLst>
              </p:cNvPr>
              <p:cNvSpPr/>
              <p:nvPr/>
            </p:nvSpPr>
            <p:spPr>
              <a:xfrm>
                <a:off x="7503967" y="3064863"/>
                <a:ext cx="415449" cy="145926"/>
              </a:xfrm>
              <a:custGeom>
                <a:avLst/>
                <a:gdLst>
                  <a:gd name="connsiteX0" fmla="*/ 0 w 400050"/>
                  <a:gd name="connsiteY0" fmla="*/ 6350 h 134622"/>
                  <a:gd name="connsiteX1" fmla="*/ 63500 w 400050"/>
                  <a:gd name="connsiteY1" fmla="*/ 114300 h 134622"/>
                  <a:gd name="connsiteX2" fmla="*/ 203200 w 400050"/>
                  <a:gd name="connsiteY2" fmla="*/ 69850 h 134622"/>
                  <a:gd name="connsiteX3" fmla="*/ 304800 w 400050"/>
                  <a:gd name="connsiteY3" fmla="*/ 133350 h 134622"/>
                  <a:gd name="connsiteX4" fmla="*/ 400050 w 400050"/>
                  <a:gd name="connsiteY4" fmla="*/ 0 h 134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0" h="134622">
                    <a:moveTo>
                      <a:pt x="0" y="6350"/>
                    </a:moveTo>
                    <a:cubicBezTo>
                      <a:pt x="14816" y="55033"/>
                      <a:pt x="29633" y="103717"/>
                      <a:pt x="63500" y="114300"/>
                    </a:cubicBezTo>
                    <a:cubicBezTo>
                      <a:pt x="97367" y="124883"/>
                      <a:pt x="162983" y="66675"/>
                      <a:pt x="203200" y="69850"/>
                    </a:cubicBezTo>
                    <a:cubicBezTo>
                      <a:pt x="243417" y="73025"/>
                      <a:pt x="271992" y="144992"/>
                      <a:pt x="304800" y="133350"/>
                    </a:cubicBezTo>
                    <a:cubicBezTo>
                      <a:pt x="337608" y="121708"/>
                      <a:pt x="368829" y="60854"/>
                      <a:pt x="400050" y="0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b="1"/>
              </a:p>
            </p:txBody>
          </p: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188359D8-8869-B8D2-642A-B45CF8666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3398" y="2922758"/>
                <a:ext cx="0" cy="1421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21FE459E-143A-B426-C6E6-BDB2E7803D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7374" y="3068683"/>
                <a:ext cx="4320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8EED424-768F-8FDE-17E3-206A13C5E516}"/>
              </a:ext>
            </a:extLst>
          </p:cNvPr>
          <p:cNvCxnSpPr>
            <a:cxnSpLocks/>
            <a:stCxn id="6" idx="1"/>
            <a:endCxn id="13" idx="5"/>
          </p:cNvCxnSpPr>
          <p:nvPr/>
        </p:nvCxnSpPr>
        <p:spPr>
          <a:xfrm flipH="1" flipV="1">
            <a:off x="8368648" y="3513385"/>
            <a:ext cx="1248749" cy="123721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7893884-B9D5-EBF4-BDAC-0B3759BF9D50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V="1">
            <a:off x="9710248" y="3551845"/>
            <a:ext cx="0" cy="116029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BE3311C5-B8BC-FEE2-741D-B18138CC4A3A}"/>
              </a:ext>
            </a:extLst>
          </p:cNvPr>
          <p:cNvCxnSpPr>
            <a:cxnSpLocks/>
            <a:stCxn id="42" idx="0"/>
            <a:endCxn id="8" idx="4"/>
          </p:cNvCxnSpPr>
          <p:nvPr/>
        </p:nvCxnSpPr>
        <p:spPr>
          <a:xfrm flipH="1" flipV="1">
            <a:off x="6841346" y="2112858"/>
            <a:ext cx="376" cy="1176365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D94A821-EFDC-B037-3034-FF40CEF6CA0B}"/>
              </a:ext>
            </a:extLst>
          </p:cNvPr>
          <p:cNvCxnSpPr>
            <a:cxnSpLocks/>
          </p:cNvCxnSpPr>
          <p:nvPr/>
        </p:nvCxnSpPr>
        <p:spPr>
          <a:xfrm flipV="1">
            <a:off x="8264890" y="2112858"/>
            <a:ext cx="0" cy="1160297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18E27F5D-B244-111B-7E7A-798F50DAEEA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972657" y="1981547"/>
            <a:ext cx="117182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4ED6BB50-EEAC-2A79-5D40-302544757AB0}"/>
                  </a:ext>
                </a:extLst>
              </p:cNvPr>
              <p:cNvSpPr txBox="1"/>
              <p:nvPr/>
            </p:nvSpPr>
            <p:spPr>
              <a:xfrm>
                <a:off x="6841346" y="3474275"/>
                <a:ext cx="1263487" cy="600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Linéaire rectiligne</a:t>
                </a:r>
              </a:p>
              <a:p>
                <a:r>
                  <a:rPr lang="fr-FR" sz="1100" dirty="0"/>
                  <a:t>Direction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1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  <a:p>
                <a:r>
                  <a:rPr lang="fr-FR" sz="1100" dirty="0"/>
                  <a:t>Normale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1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sz="11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100" dirty="0"/>
              </a:p>
            </p:txBody>
          </p:sp>
        </mc:Choice>
        <mc:Fallback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4ED6BB50-EEAC-2A79-5D40-302544757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346" y="3474275"/>
                <a:ext cx="1263487" cy="600164"/>
              </a:xfrm>
              <a:prstGeom prst="rect">
                <a:avLst/>
              </a:prstGeom>
              <a:blipFill>
                <a:blip r:embed="rId3"/>
                <a:stretch>
                  <a:fillRect t="-1020" b="-61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C1537463-1C84-0CE4-5EB1-3800A440FE96}"/>
                  </a:ext>
                </a:extLst>
              </p:cNvPr>
              <p:cNvSpPr txBox="1"/>
              <p:nvPr/>
            </p:nvSpPr>
            <p:spPr>
              <a:xfrm>
                <a:off x="6026606" y="2481351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C1537463-1C84-0CE4-5EB1-3800A440F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606" y="2481351"/>
                <a:ext cx="845103" cy="430887"/>
              </a:xfrm>
              <a:prstGeom prst="rect">
                <a:avLst/>
              </a:prstGeom>
              <a:blipFill>
                <a:blip r:embed="rId4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DEB54D32-B77E-6C63-90C6-A411B9FED712}"/>
                  </a:ext>
                </a:extLst>
              </p:cNvPr>
              <p:cNvSpPr txBox="1"/>
              <p:nvPr/>
            </p:nvSpPr>
            <p:spPr>
              <a:xfrm>
                <a:off x="8776173" y="2294019"/>
                <a:ext cx="10021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Rotule centre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DEB54D32-B77E-6C63-90C6-A411B9FED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173" y="2294019"/>
                <a:ext cx="1002197" cy="430887"/>
              </a:xfrm>
              <a:prstGeom prst="rect">
                <a:avLst/>
              </a:prstGeom>
              <a:blipFill>
                <a:blip r:embed="rId5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C174EA16-CF8C-03DB-C1A0-6481364FD0BC}"/>
                  </a:ext>
                </a:extLst>
              </p:cNvPr>
              <p:cNvSpPr txBox="1"/>
              <p:nvPr/>
            </p:nvSpPr>
            <p:spPr>
              <a:xfrm>
                <a:off x="7406341" y="2457691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C174EA16-CF8C-03DB-C1A0-6481364FD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341" y="2457691"/>
                <a:ext cx="845103" cy="430887"/>
              </a:xfrm>
              <a:prstGeom prst="rect">
                <a:avLst/>
              </a:prstGeom>
              <a:blipFill>
                <a:blip r:embed="rId6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50C4A694-CD00-D3FC-C93C-9873C4A539E1}"/>
                  </a:ext>
                </a:extLst>
              </p:cNvPr>
              <p:cNvSpPr txBox="1"/>
              <p:nvPr/>
            </p:nvSpPr>
            <p:spPr>
              <a:xfrm>
                <a:off x="8275797" y="4167400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50C4A694-CD00-D3FC-C93C-9873C4A53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797" y="4167400"/>
                <a:ext cx="845103" cy="430887"/>
              </a:xfrm>
              <a:prstGeom prst="rect">
                <a:avLst/>
              </a:prstGeom>
              <a:blipFill>
                <a:blip r:embed="rId7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387B258-8B3D-4BC5-0329-16B28F8BAAAE}"/>
                  </a:ext>
                </a:extLst>
              </p:cNvPr>
              <p:cNvSpPr txBox="1"/>
              <p:nvPr/>
            </p:nvSpPr>
            <p:spPr>
              <a:xfrm>
                <a:off x="9695334" y="3811294"/>
                <a:ext cx="15288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100" dirty="0"/>
                  <a:t>Pivot glissant d’axe 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387B258-8B3D-4BC5-0329-16B28F8BA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334" y="3811294"/>
                <a:ext cx="1528861" cy="430887"/>
              </a:xfrm>
              <a:prstGeom prst="rect">
                <a:avLst/>
              </a:prstGeom>
              <a:blipFill>
                <a:blip r:embed="rId8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F667E8E9-DB89-1AC6-E47A-90EB5230E465}"/>
              </a:ext>
            </a:extLst>
          </p:cNvPr>
          <p:cNvCxnSpPr>
            <a:cxnSpLocks/>
            <a:stCxn id="7" idx="1"/>
            <a:endCxn id="9" idx="5"/>
          </p:cNvCxnSpPr>
          <p:nvPr/>
        </p:nvCxnSpPr>
        <p:spPr>
          <a:xfrm flipH="1" flipV="1">
            <a:off x="8368648" y="2074398"/>
            <a:ext cx="1248749" cy="1253285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Ellipse 41">
            <a:extLst>
              <a:ext uri="{FF2B5EF4-FFF2-40B4-BE49-F238E27FC236}">
                <a16:creationId xmlns:a16="http://schemas.microsoft.com/office/drawing/2014/main" id="{A5E48214-8594-9C9F-249A-AC16D2E25767}"/>
              </a:ext>
            </a:extLst>
          </p:cNvPr>
          <p:cNvSpPr/>
          <p:nvPr/>
        </p:nvSpPr>
        <p:spPr>
          <a:xfrm>
            <a:off x="6710411" y="3289223"/>
            <a:ext cx="262622" cy="26262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2"/>
                </a:solidFill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7F1F2A3E-024C-2F39-86E5-1743BA28BAF7}"/>
                  </a:ext>
                </a:extLst>
              </p:cNvPr>
              <p:cNvSpPr txBox="1"/>
              <p:nvPr/>
            </p:nvSpPr>
            <p:spPr>
              <a:xfrm>
                <a:off x="7136019" y="1550660"/>
                <a:ext cx="8451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/>
                  <a:t>Pivot d’axe</a:t>
                </a: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7F1F2A3E-024C-2F39-86E5-1743BA28B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019" y="1550660"/>
                <a:ext cx="845103" cy="430887"/>
              </a:xfrm>
              <a:prstGeom prst="rect">
                <a:avLst/>
              </a:prstGeom>
              <a:blipFill>
                <a:blip r:embed="rId9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C1DA43CE-3B43-B427-2E67-E762283439C7}"/>
              </a:ext>
            </a:extLst>
          </p:cNvPr>
          <p:cNvCxnSpPr>
            <a:cxnSpLocks/>
          </p:cNvCxnSpPr>
          <p:nvPr/>
        </p:nvCxnSpPr>
        <p:spPr>
          <a:xfrm flipH="1">
            <a:off x="6972655" y="3420534"/>
            <a:ext cx="117182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1113428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Grand écran</PresentationFormat>
  <Paragraphs>95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Pessoles</dc:creator>
  <cp:lastModifiedBy>Xavier Pessoles</cp:lastModifiedBy>
  <cp:revision>13</cp:revision>
  <dcterms:created xsi:type="dcterms:W3CDTF">2026-09-28T14:58:37Z</dcterms:created>
  <dcterms:modified xsi:type="dcterms:W3CDTF">2026-09-29T19:31:51Z</dcterms:modified>
</cp:coreProperties>
</file>